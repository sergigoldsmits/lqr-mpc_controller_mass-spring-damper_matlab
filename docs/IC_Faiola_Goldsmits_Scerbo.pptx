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6" r:id="rId3"/>
    <p:sldId id="264" r:id="rId4"/>
    <p:sldId id="269" r:id="rId5"/>
    <p:sldId id="270" r:id="rId6"/>
    <p:sldId id="271" r:id="rId7"/>
    <p:sldId id="272" r:id="rId8"/>
    <p:sldId id="273" r:id="rId9"/>
    <p:sldId id="274" r:id="rId10"/>
    <p:sldId id="289" r:id="rId11"/>
    <p:sldId id="268" r:id="rId12"/>
    <p:sldId id="275" r:id="rId13"/>
    <p:sldId id="276" r:id="rId14"/>
    <p:sldId id="277" r:id="rId15"/>
    <p:sldId id="260" r:id="rId16"/>
    <p:sldId id="278" r:id="rId17"/>
    <p:sldId id="261" r:id="rId18"/>
    <p:sldId id="279" r:id="rId19"/>
    <p:sldId id="280" r:id="rId20"/>
    <p:sldId id="265" r:id="rId21"/>
    <p:sldId id="281" r:id="rId22"/>
    <p:sldId id="282" r:id="rId23"/>
    <p:sldId id="266" r:id="rId24"/>
    <p:sldId id="283" r:id="rId25"/>
    <p:sldId id="284" r:id="rId26"/>
    <p:sldId id="288" r:id="rId27"/>
    <p:sldId id="267" r:id="rId28"/>
    <p:sldId id="287" r:id="rId29"/>
    <p:sldId id="286" r:id="rId30"/>
    <p:sldId id="262" r:id="rId31"/>
    <p:sldId id="285" r:id="rId32"/>
    <p:sldId id="259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C42"/>
    <a:srgbClr val="F7EAED"/>
    <a:srgbClr val="B13149"/>
    <a:srgbClr val="01FF01"/>
    <a:srgbClr val="D5697E"/>
    <a:srgbClr val="D7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8AFF1-820C-4437-9139-91A7DB8F1E14}" v="4" dt="2025-07-04T07:25:00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020" autoAdjust="0"/>
  </p:normalViewPr>
  <p:slideViewPr>
    <p:cSldViewPr snapToGrid="0">
      <p:cViewPr varScale="1">
        <p:scale>
          <a:sx n="59" d="100"/>
          <a:sy n="59" d="100"/>
        </p:scale>
        <p:origin x="10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OLA DAVIDE" userId="c9fabab4-66da-4152-8b90-6621047ff6db" providerId="ADAL" clId="{6F58AFF1-820C-4437-9139-91A7DB8F1E14}"/>
    <pc:docChg chg="undo custSel addSld delSld modSld sldOrd">
      <pc:chgData name="FAIOLA DAVIDE" userId="c9fabab4-66da-4152-8b90-6621047ff6db" providerId="ADAL" clId="{6F58AFF1-820C-4437-9139-91A7DB8F1E14}" dt="2025-07-04T07:25:55.717" v="6641" actId="1076"/>
      <pc:docMkLst>
        <pc:docMk/>
      </pc:docMkLst>
      <pc:sldChg chg="modSp mod">
        <pc:chgData name="FAIOLA DAVIDE" userId="c9fabab4-66da-4152-8b90-6621047ff6db" providerId="ADAL" clId="{6F58AFF1-820C-4437-9139-91A7DB8F1E14}" dt="2025-06-28T11:56:57.750" v="4985" actId="790"/>
        <pc:sldMkLst>
          <pc:docMk/>
          <pc:sldMk cId="1283296598" sldId="256"/>
        </pc:sldMkLst>
        <pc:spChg chg="mod">
          <ac:chgData name="FAIOLA DAVIDE" userId="c9fabab4-66da-4152-8b90-6621047ff6db" providerId="ADAL" clId="{6F58AFF1-820C-4437-9139-91A7DB8F1E14}" dt="2025-06-28T11:56:51.436" v="4984" actId="1076"/>
          <ac:spMkLst>
            <pc:docMk/>
            <pc:sldMk cId="1283296598" sldId="256"/>
            <ac:spMk id="2" creationId="{82793F61-2643-F946-85EA-E10DEA6E13DA}"/>
          </ac:spMkLst>
        </pc:spChg>
        <pc:spChg chg="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1283296598" sldId="256"/>
            <ac:spMk id="3" creationId="{2A41305E-DF64-78DF-EE9E-3435D7EF8CC5}"/>
          </ac:spMkLst>
        </pc:spChg>
        <pc:spChg chg="mod">
          <ac:chgData name="FAIOLA DAVIDE" userId="c9fabab4-66da-4152-8b90-6621047ff6db" providerId="ADAL" clId="{6F58AFF1-820C-4437-9139-91A7DB8F1E14}" dt="2025-06-28T11:56:49.541" v="4983" actId="1076"/>
          <ac:spMkLst>
            <pc:docMk/>
            <pc:sldMk cId="1283296598" sldId="256"/>
            <ac:spMk id="4" creationId="{53FAABAD-D0DB-836C-6DA8-191330FABA85}"/>
          </ac:spMkLst>
        </pc:spChg>
        <pc:spChg chg="mod">
          <ac:chgData name="FAIOLA DAVIDE" userId="c9fabab4-66da-4152-8b90-6621047ff6db" providerId="ADAL" clId="{6F58AFF1-820C-4437-9139-91A7DB8F1E14}" dt="2025-06-28T11:56:57.750" v="4985" actId="790"/>
          <ac:spMkLst>
            <pc:docMk/>
            <pc:sldMk cId="1283296598" sldId="256"/>
            <ac:spMk id="8" creationId="{5B1A5E2F-3C0A-632F-5336-30D24124A989}"/>
          </ac:spMkLst>
        </pc:spChg>
      </pc:sldChg>
      <pc:sldChg chg="addSp delSp modSp del mod">
        <pc:chgData name="FAIOLA DAVIDE" userId="c9fabab4-66da-4152-8b90-6621047ff6db" providerId="ADAL" clId="{6F58AFF1-820C-4437-9139-91A7DB8F1E14}" dt="2025-06-28T11:53:45.839" v="4936" actId="47"/>
        <pc:sldMkLst>
          <pc:docMk/>
          <pc:sldMk cId="2465238542" sldId="258"/>
        </pc:sldMkLst>
      </pc:sldChg>
      <pc:sldChg chg="addSp delSp modSp mod">
        <pc:chgData name="FAIOLA DAVIDE" userId="c9fabab4-66da-4152-8b90-6621047ff6db" providerId="ADAL" clId="{6F58AFF1-820C-4437-9139-91A7DB8F1E14}" dt="2025-07-01T19:47:49.428" v="6480" actId="1076"/>
        <pc:sldMkLst>
          <pc:docMk/>
          <pc:sldMk cId="2754497778" sldId="259"/>
        </pc:sldMkLst>
        <pc:spChg chg="add mod ord">
          <ac:chgData name="FAIOLA DAVIDE" userId="c9fabab4-66da-4152-8b90-6621047ff6db" providerId="ADAL" clId="{6F58AFF1-820C-4437-9139-91A7DB8F1E14}" dt="2025-07-01T19:47:22.206" v="6455" actId="2085"/>
          <ac:spMkLst>
            <pc:docMk/>
            <pc:sldMk cId="2754497778" sldId="259"/>
            <ac:spMk id="2" creationId="{3B991E51-ACDA-4901-5086-7360966E24BA}"/>
          </ac:spMkLst>
        </pc:spChg>
        <pc:spChg chg="add mod">
          <ac:chgData name="FAIOLA DAVIDE" userId="c9fabab4-66da-4152-8b90-6621047ff6db" providerId="ADAL" clId="{6F58AFF1-820C-4437-9139-91A7DB8F1E14}" dt="2025-07-01T19:47:49.428" v="6480" actId="1076"/>
          <ac:spMkLst>
            <pc:docMk/>
            <pc:sldMk cId="2754497778" sldId="259"/>
            <ac:spMk id="12" creationId="{3CB033A4-D1A8-ACFC-A901-DA1C08969C17}"/>
          </ac:spMkLst>
        </pc:spChg>
      </pc:sldChg>
      <pc:sldChg chg="addSp delSp modSp add mod ord setBg">
        <pc:chgData name="FAIOLA DAVIDE" userId="c9fabab4-66da-4152-8b90-6621047ff6db" providerId="ADAL" clId="{6F58AFF1-820C-4437-9139-91A7DB8F1E14}" dt="2025-07-02T15:23:54.549" v="6501" actId="1076"/>
        <pc:sldMkLst>
          <pc:docMk/>
          <pc:sldMk cId="50163848" sldId="260"/>
        </pc:sldMkLst>
        <pc:spChg chg="mod">
          <ac:chgData name="FAIOLA DAVIDE" userId="c9fabab4-66da-4152-8b90-6621047ff6db" providerId="ADAL" clId="{6F58AFF1-820C-4437-9139-91A7DB8F1E14}" dt="2025-06-27T16:41:25.536" v="2769" actId="1076"/>
          <ac:spMkLst>
            <pc:docMk/>
            <pc:sldMk cId="50163848" sldId="260"/>
            <ac:spMk id="3" creationId="{E01258DE-DF07-9BC0-24DB-05B5F5BAB32C}"/>
          </ac:spMkLst>
        </pc:spChg>
        <pc:spChg chg="add mod">
          <ac:chgData name="FAIOLA DAVIDE" userId="c9fabab4-66da-4152-8b90-6621047ff6db" providerId="ADAL" clId="{6F58AFF1-820C-4437-9139-91A7DB8F1E14}" dt="2025-07-02T15:20:56.459" v="6492" actId="1076"/>
          <ac:spMkLst>
            <pc:docMk/>
            <pc:sldMk cId="50163848" sldId="260"/>
            <ac:spMk id="7" creationId="{23176D6D-8F98-A634-1588-A93B13D8BE96}"/>
          </ac:spMkLst>
        </pc:spChg>
        <pc:spChg chg="add mod">
          <ac:chgData name="FAIOLA DAVIDE" userId="c9fabab4-66da-4152-8b90-6621047ff6db" providerId="ADAL" clId="{6F58AFF1-820C-4437-9139-91A7DB8F1E14}" dt="2025-07-02T15:23:54.549" v="6501" actId="1076"/>
          <ac:spMkLst>
            <pc:docMk/>
            <pc:sldMk cId="50163848" sldId="260"/>
            <ac:spMk id="8" creationId="{2B018C7E-9CB9-DA3D-1EE4-19E687F9AFB9}"/>
          </ac:spMkLst>
        </pc:spChg>
        <pc:picChg chg="add mod">
          <ac:chgData name="FAIOLA DAVIDE" userId="c9fabab4-66da-4152-8b90-6621047ff6db" providerId="ADAL" clId="{6F58AFF1-820C-4437-9139-91A7DB8F1E14}" dt="2025-07-02T15:20:54.934" v="6491" actId="1076"/>
          <ac:picMkLst>
            <pc:docMk/>
            <pc:sldMk cId="50163848" sldId="260"/>
            <ac:picMk id="5" creationId="{C97E34C8-2E88-9352-A087-AFEF32F44E60}"/>
          </ac:picMkLst>
        </pc:picChg>
        <pc:picChg chg="add mod">
          <ac:chgData name="FAIOLA DAVIDE" userId="c9fabab4-66da-4152-8b90-6621047ff6db" providerId="ADAL" clId="{6F58AFF1-820C-4437-9139-91A7DB8F1E14}" dt="2025-07-02T15:23:52.658" v="6500" actId="1076"/>
          <ac:picMkLst>
            <pc:docMk/>
            <pc:sldMk cId="50163848" sldId="260"/>
            <ac:picMk id="10" creationId="{D70097F4-9F38-F64E-E3C8-4BC1E98149EF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030631786" sldId="260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2640997891" sldId="261"/>
        </pc:sldMkLst>
      </pc:sldChg>
      <pc:sldChg chg="addSp delSp modSp add mod ord setBg">
        <pc:chgData name="FAIOLA DAVIDE" userId="c9fabab4-66da-4152-8b90-6621047ff6db" providerId="ADAL" clId="{6F58AFF1-820C-4437-9139-91A7DB8F1E14}" dt="2025-06-28T09:17:18.361" v="3199" actId="1076"/>
        <pc:sldMkLst>
          <pc:docMk/>
          <pc:sldMk cId="3464791569" sldId="261"/>
        </pc:sldMkLst>
        <pc:spChg chg="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3464791569" sldId="261"/>
            <ac:spMk id="3" creationId="{944B4478-6673-228F-AD86-40AB9E86B882}"/>
          </ac:spMkLst>
        </pc:spChg>
        <pc:spChg chg="add mod ord">
          <ac:chgData name="FAIOLA DAVIDE" userId="c9fabab4-66da-4152-8b90-6621047ff6db" providerId="ADAL" clId="{6F58AFF1-820C-4437-9139-91A7DB8F1E14}" dt="2025-06-28T09:17:13.078" v="3197" actId="164"/>
          <ac:spMkLst>
            <pc:docMk/>
            <pc:sldMk cId="3464791569" sldId="261"/>
            <ac:spMk id="15" creationId="{1C42DA97-27C3-0F1D-90BC-AF7F76C59E88}"/>
          </ac:spMkLst>
        </pc:spChg>
        <pc:spChg chg="add mod">
          <ac:chgData name="FAIOLA DAVIDE" userId="c9fabab4-66da-4152-8b90-6621047ff6db" providerId="ADAL" clId="{6F58AFF1-820C-4437-9139-91A7DB8F1E14}" dt="2025-06-28T09:17:18.361" v="3199" actId="1076"/>
          <ac:spMkLst>
            <pc:docMk/>
            <pc:sldMk cId="3464791569" sldId="261"/>
            <ac:spMk id="16" creationId="{F4C42634-AFF2-E626-567C-E58C17E59E9F}"/>
          </ac:spMkLst>
        </pc:spChg>
        <pc:grpChg chg="add mod">
          <ac:chgData name="FAIOLA DAVIDE" userId="c9fabab4-66da-4152-8b90-6621047ff6db" providerId="ADAL" clId="{6F58AFF1-820C-4437-9139-91A7DB8F1E14}" dt="2025-06-28T09:17:15.174" v="3198" actId="1076"/>
          <ac:grpSpMkLst>
            <pc:docMk/>
            <pc:sldMk cId="3464791569" sldId="261"/>
            <ac:grpSpMk id="17" creationId="{08B1BFA7-BACB-4AE8-641F-980B4D55904E}"/>
          </ac:grpSpMkLst>
        </pc:grpChg>
        <pc:picChg chg="add mod">
          <ac:chgData name="FAIOLA DAVIDE" userId="c9fabab4-66da-4152-8b90-6621047ff6db" providerId="ADAL" clId="{6F58AFF1-820C-4437-9139-91A7DB8F1E14}" dt="2025-06-28T09:14:01.710" v="3096" actId="1076"/>
          <ac:picMkLst>
            <pc:docMk/>
            <pc:sldMk cId="3464791569" sldId="261"/>
            <ac:picMk id="6" creationId="{0DFF4365-211C-DB88-EAAA-60970DA33C77}"/>
          </ac:picMkLst>
        </pc:picChg>
        <pc:picChg chg="add mod">
          <ac:chgData name="FAIOLA DAVIDE" userId="c9fabab4-66da-4152-8b90-6621047ff6db" providerId="ADAL" clId="{6F58AFF1-820C-4437-9139-91A7DB8F1E14}" dt="2025-06-28T09:17:13.078" v="3197" actId="164"/>
          <ac:picMkLst>
            <pc:docMk/>
            <pc:sldMk cId="3464791569" sldId="261"/>
            <ac:picMk id="8" creationId="{A7919B4D-2A9C-555F-A0C5-8C85F24A1562}"/>
          </ac:picMkLst>
        </pc:picChg>
        <pc:picChg chg="add mod">
          <ac:chgData name="FAIOLA DAVIDE" userId="c9fabab4-66da-4152-8b90-6621047ff6db" providerId="ADAL" clId="{6F58AFF1-820C-4437-9139-91A7DB8F1E14}" dt="2025-06-28T09:17:13.078" v="3197" actId="164"/>
          <ac:picMkLst>
            <pc:docMk/>
            <pc:sldMk cId="3464791569" sldId="261"/>
            <ac:picMk id="10" creationId="{4FA2C0EB-BECB-DF34-5868-9EC10B40FE0F}"/>
          </ac:picMkLst>
        </pc:picChg>
        <pc:picChg chg="add mod">
          <ac:chgData name="FAIOLA DAVIDE" userId="c9fabab4-66da-4152-8b90-6621047ff6db" providerId="ADAL" clId="{6F58AFF1-820C-4437-9139-91A7DB8F1E14}" dt="2025-06-28T09:17:13.078" v="3197" actId="164"/>
          <ac:picMkLst>
            <pc:docMk/>
            <pc:sldMk cId="3464791569" sldId="261"/>
            <ac:picMk id="12" creationId="{D23E2D58-4C5E-505A-DB71-295B26206B00}"/>
          </ac:picMkLst>
        </pc:picChg>
        <pc:picChg chg="add mod">
          <ac:chgData name="FAIOLA DAVIDE" userId="c9fabab4-66da-4152-8b90-6621047ff6db" providerId="ADAL" clId="{6F58AFF1-820C-4437-9139-91A7DB8F1E14}" dt="2025-06-28T09:17:13.078" v="3197" actId="164"/>
          <ac:picMkLst>
            <pc:docMk/>
            <pc:sldMk cId="3464791569" sldId="261"/>
            <ac:picMk id="14" creationId="{603A6271-0934-E120-5501-26F7A6A6DDB4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440940363" sldId="262"/>
        </pc:sldMkLst>
      </pc:sldChg>
      <pc:sldChg chg="addSp delSp modSp add mod setBg">
        <pc:chgData name="FAIOLA DAVIDE" userId="c9fabab4-66da-4152-8b90-6621047ff6db" providerId="ADAL" clId="{6F58AFF1-820C-4437-9139-91A7DB8F1E14}" dt="2025-07-01T19:46:24.821" v="6446" actId="1076"/>
        <pc:sldMkLst>
          <pc:docMk/>
          <pc:sldMk cId="3482184083" sldId="262"/>
        </pc:sldMkLst>
        <pc:spChg chg="add mod">
          <ac:chgData name="FAIOLA DAVIDE" userId="c9fabab4-66da-4152-8b90-6621047ff6db" providerId="ADAL" clId="{6F58AFF1-820C-4437-9139-91A7DB8F1E14}" dt="2025-07-01T19:44:55.212" v="6436" actId="1076"/>
          <ac:spMkLst>
            <pc:docMk/>
            <pc:sldMk cId="3482184083" sldId="262"/>
            <ac:spMk id="7" creationId="{E79DAEBC-73DD-26C0-C4AF-3C572153F186}"/>
          </ac:spMkLst>
        </pc:spChg>
        <pc:spChg chg="add mod">
          <ac:chgData name="FAIOLA DAVIDE" userId="c9fabab4-66da-4152-8b90-6621047ff6db" providerId="ADAL" clId="{6F58AFF1-820C-4437-9139-91A7DB8F1E14}" dt="2025-07-01T19:46:24.821" v="6446" actId="1076"/>
          <ac:spMkLst>
            <pc:docMk/>
            <pc:sldMk cId="3482184083" sldId="262"/>
            <ac:spMk id="8" creationId="{0F7D6B6E-CED0-05D8-4E9F-BA048F7EFA9E}"/>
          </ac:spMkLst>
        </pc:spChg>
        <pc:spChg chg="add mod">
          <ac:chgData name="FAIOLA DAVIDE" userId="c9fabab4-66da-4152-8b90-6621047ff6db" providerId="ADAL" clId="{6F58AFF1-820C-4437-9139-91A7DB8F1E14}" dt="2025-07-01T19:44:24.026" v="6435" actId="20577"/>
          <ac:spMkLst>
            <pc:docMk/>
            <pc:sldMk cId="3482184083" sldId="262"/>
            <ac:spMk id="9" creationId="{C0A15272-9E65-A795-6487-03D246DAEC2E}"/>
          </ac:spMkLst>
        </pc:spChg>
        <pc:spChg chg="add mod">
          <ac:chgData name="FAIOLA DAVIDE" userId="c9fabab4-66da-4152-8b90-6621047ff6db" providerId="ADAL" clId="{6F58AFF1-820C-4437-9139-91A7DB8F1E14}" dt="2025-06-28T22:42:21.458" v="5140"/>
          <ac:spMkLst>
            <pc:docMk/>
            <pc:sldMk cId="3482184083" sldId="262"/>
            <ac:spMk id="10" creationId="{45D15AC0-7991-FBBD-7CE2-F1108D078C67}"/>
          </ac:spMkLst>
        </pc:spChg>
        <pc:picChg chg="add mod modCrop">
          <ac:chgData name="FAIOLA DAVIDE" userId="c9fabab4-66da-4152-8b90-6621047ff6db" providerId="ADAL" clId="{6F58AFF1-820C-4437-9139-91A7DB8F1E14}" dt="2025-07-01T19:42:20.037" v="6416" actId="1076"/>
          <ac:picMkLst>
            <pc:docMk/>
            <pc:sldMk cId="3482184083" sldId="262"/>
            <ac:picMk id="3" creationId="{4702761F-ADA1-0DA9-A60E-9D0D99C6D8E7}"/>
          </ac:picMkLst>
        </pc:picChg>
        <pc:picChg chg="add mod">
          <ac:chgData name="FAIOLA DAVIDE" userId="c9fabab4-66da-4152-8b90-6621047ff6db" providerId="ADAL" clId="{6F58AFF1-820C-4437-9139-91A7DB8F1E14}" dt="2025-07-01T19:46:20.213" v="6443" actId="1076"/>
          <ac:picMkLst>
            <pc:docMk/>
            <pc:sldMk cId="3482184083" sldId="262"/>
            <ac:picMk id="15" creationId="{76C8B681-FE7E-81E8-267D-4DD21E167D35}"/>
          </ac:picMkLst>
        </pc:picChg>
        <pc:picChg chg="add mod">
          <ac:chgData name="FAIOLA DAVIDE" userId="c9fabab4-66da-4152-8b90-6621047ff6db" providerId="ADAL" clId="{6F58AFF1-820C-4437-9139-91A7DB8F1E14}" dt="2025-07-01T19:46:22.693" v="6445" actId="1076"/>
          <ac:picMkLst>
            <pc:docMk/>
            <pc:sldMk cId="3482184083" sldId="262"/>
            <ac:picMk id="17" creationId="{0376EBB5-CBA5-C3F0-8113-0D9DCE8FCEF0}"/>
          </ac:picMkLst>
        </pc:picChg>
        <pc:cxnChg chg="add mod ord">
          <ac:chgData name="FAIOLA DAVIDE" userId="c9fabab4-66da-4152-8b90-6621047ff6db" providerId="ADAL" clId="{6F58AFF1-820C-4437-9139-91A7DB8F1E14}" dt="2025-07-01T19:44:00.052" v="6430" actId="170"/>
          <ac:cxnSpMkLst>
            <pc:docMk/>
            <pc:sldMk cId="3482184083" sldId="262"/>
            <ac:cxnSpMk id="11" creationId="{4A7C2DB3-C6B7-E8F0-26DA-2733687A4BD3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240197818" sldId="263"/>
        </pc:sldMkLst>
      </pc:sldChg>
      <pc:sldChg chg="modSp add del mod setBg">
        <pc:chgData name="FAIOLA DAVIDE" userId="c9fabab4-66da-4152-8b90-6621047ff6db" providerId="ADAL" clId="{6F58AFF1-820C-4437-9139-91A7DB8F1E14}" dt="2025-06-28T11:38:23.717" v="4614" actId="47"/>
        <pc:sldMkLst>
          <pc:docMk/>
          <pc:sldMk cId="2582102600" sldId="263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457902295" sldId="264"/>
        </pc:sldMkLst>
      </pc:sldChg>
      <pc:sldChg chg="addSp delSp modSp add mod setBg">
        <pc:chgData name="FAIOLA DAVIDE" userId="c9fabab4-66da-4152-8b90-6621047ff6db" providerId="ADAL" clId="{6F58AFF1-820C-4437-9139-91A7DB8F1E14}" dt="2025-06-28T11:53:35.382" v="4935" actId="14100"/>
        <pc:sldMkLst>
          <pc:docMk/>
          <pc:sldMk cId="2711397398" sldId="264"/>
        </pc:sldMkLst>
        <pc:spChg chg="add mod">
          <ac:chgData name="FAIOLA DAVIDE" userId="c9fabab4-66da-4152-8b90-6621047ff6db" providerId="ADAL" clId="{6F58AFF1-820C-4437-9139-91A7DB8F1E14}" dt="2025-06-27T15:05:24.853" v="1311" actId="1076"/>
          <ac:spMkLst>
            <pc:docMk/>
            <pc:sldMk cId="2711397398" sldId="264"/>
            <ac:spMk id="4" creationId="{E2110639-6B35-C218-DC7A-9077218E377F}"/>
          </ac:spMkLst>
        </pc:spChg>
        <pc:spChg chg="add mod">
          <ac:chgData name="FAIOLA DAVIDE" userId="c9fabab4-66da-4152-8b90-6621047ff6db" providerId="ADAL" clId="{6F58AFF1-820C-4437-9139-91A7DB8F1E14}" dt="2025-06-27T15:06:59.266" v="1329" actId="1076"/>
          <ac:spMkLst>
            <pc:docMk/>
            <pc:sldMk cId="2711397398" sldId="264"/>
            <ac:spMk id="9" creationId="{123012FD-A5AA-9231-386D-4B17FD6B09EA}"/>
          </ac:spMkLst>
        </pc:spChg>
        <pc:spChg chg="add 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2711397398" sldId="264"/>
            <ac:spMk id="10" creationId="{BA379519-6AFE-77F4-1483-FF6AF348629D}"/>
          </ac:spMkLst>
        </pc:spChg>
        <pc:spChg chg="add 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2711397398" sldId="264"/>
            <ac:spMk id="11" creationId="{021E7710-AA1F-2621-A909-A495629C845D}"/>
          </ac:spMkLst>
        </pc:spChg>
        <pc:spChg chg="add 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2711397398" sldId="264"/>
            <ac:spMk id="12" creationId="{49EBBFFC-FBA8-20BD-DB53-6EAAEAAF69A6}"/>
          </ac:spMkLst>
        </pc:spChg>
        <pc:spChg chg="add mod">
          <ac:chgData name="FAIOLA DAVIDE" userId="c9fabab4-66da-4152-8b90-6621047ff6db" providerId="ADAL" clId="{6F58AFF1-820C-4437-9139-91A7DB8F1E14}" dt="2025-06-27T15:05:28.626" v="1313" actId="1076"/>
          <ac:spMkLst>
            <pc:docMk/>
            <pc:sldMk cId="2711397398" sldId="264"/>
            <ac:spMk id="15" creationId="{EEE023C2-CF74-8F5F-4643-9F04D2BD6CDF}"/>
          </ac:spMkLst>
        </pc:spChg>
        <pc:spChg chg="add mod">
          <ac:chgData name="FAIOLA DAVIDE" userId="c9fabab4-66da-4152-8b90-6621047ff6db" providerId="ADAL" clId="{6F58AFF1-820C-4437-9139-91A7DB8F1E14}" dt="2025-06-27T15:34:53.049" v="1739" actId="20577"/>
          <ac:spMkLst>
            <pc:docMk/>
            <pc:sldMk cId="2711397398" sldId="264"/>
            <ac:spMk id="16" creationId="{A0D9F898-298D-7017-E4FE-B628AD7D113B}"/>
          </ac:spMkLst>
        </pc:spChg>
        <pc:spChg chg="add 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2711397398" sldId="264"/>
            <ac:spMk id="22" creationId="{7A96DA9C-1ED1-3623-958A-7FD46EAC0D4D}"/>
          </ac:spMkLst>
        </pc:spChg>
        <pc:spChg chg="add mod">
          <ac:chgData name="FAIOLA DAVIDE" userId="c9fabab4-66da-4152-8b90-6621047ff6db" providerId="ADAL" clId="{6F58AFF1-820C-4437-9139-91A7DB8F1E14}" dt="2025-06-27T14:50:07.562" v="896" actId="164"/>
          <ac:spMkLst>
            <pc:docMk/>
            <pc:sldMk cId="2711397398" sldId="264"/>
            <ac:spMk id="23" creationId="{05F2D9B2-3AD2-DE3F-A3F4-CB2A623A80E3}"/>
          </ac:spMkLst>
        </pc:spChg>
        <pc:spChg chg="add 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2711397398" sldId="264"/>
            <ac:spMk id="24" creationId="{71CADDCC-6045-7684-F7AF-6A118AF9BCB0}"/>
          </ac:spMkLst>
        </pc:spChg>
        <pc:spChg chg="add mod">
          <ac:chgData name="FAIOLA DAVIDE" userId="c9fabab4-66da-4152-8b90-6621047ff6db" providerId="ADAL" clId="{6F58AFF1-820C-4437-9139-91A7DB8F1E14}" dt="2025-06-27T14:50:07.562" v="896" actId="164"/>
          <ac:spMkLst>
            <pc:docMk/>
            <pc:sldMk cId="2711397398" sldId="264"/>
            <ac:spMk id="25" creationId="{BC486386-594F-DF94-90E6-554D8EE11030}"/>
          </ac:spMkLst>
        </pc:spChg>
        <pc:spChg chg="add mod">
          <ac:chgData name="FAIOLA DAVIDE" userId="c9fabab4-66da-4152-8b90-6621047ff6db" providerId="ADAL" clId="{6F58AFF1-820C-4437-9139-91A7DB8F1E14}" dt="2025-06-27T15:05:10.634" v="1307" actId="164"/>
          <ac:spMkLst>
            <pc:docMk/>
            <pc:sldMk cId="2711397398" sldId="264"/>
            <ac:spMk id="39" creationId="{5B1C9598-29B2-A2CD-2384-D05F41E837C7}"/>
          </ac:spMkLst>
        </pc:spChg>
        <pc:spChg chg="add mod">
          <ac:chgData name="FAIOLA DAVIDE" userId="c9fabab4-66da-4152-8b90-6621047ff6db" providerId="ADAL" clId="{6F58AFF1-820C-4437-9139-91A7DB8F1E14}" dt="2025-06-27T15:05:10.634" v="1307" actId="164"/>
          <ac:spMkLst>
            <pc:docMk/>
            <pc:sldMk cId="2711397398" sldId="264"/>
            <ac:spMk id="41" creationId="{586173BB-9CC4-3EC9-5285-1ADEA70C8776}"/>
          </ac:spMkLst>
        </pc:spChg>
        <pc:spChg chg="add mod">
          <ac:chgData name="FAIOLA DAVIDE" userId="c9fabab4-66da-4152-8b90-6621047ff6db" providerId="ADAL" clId="{6F58AFF1-820C-4437-9139-91A7DB8F1E14}" dt="2025-06-27T15:05:10.634" v="1307" actId="164"/>
          <ac:spMkLst>
            <pc:docMk/>
            <pc:sldMk cId="2711397398" sldId="264"/>
            <ac:spMk id="46" creationId="{9B063B52-68FD-81C3-50CA-0E006465642B}"/>
          </ac:spMkLst>
        </pc:spChg>
        <pc:spChg chg="add mod">
          <ac:chgData name="FAIOLA DAVIDE" userId="c9fabab4-66da-4152-8b90-6621047ff6db" providerId="ADAL" clId="{6F58AFF1-820C-4437-9139-91A7DB8F1E14}" dt="2025-06-27T15:05:10.634" v="1307" actId="164"/>
          <ac:spMkLst>
            <pc:docMk/>
            <pc:sldMk cId="2711397398" sldId="264"/>
            <ac:spMk id="47" creationId="{5D945140-0DFB-8CDA-9D6E-99635AF604EF}"/>
          </ac:spMkLst>
        </pc:spChg>
        <pc:spChg chg="add mod">
          <ac:chgData name="FAIOLA DAVIDE" userId="c9fabab4-66da-4152-8b90-6621047ff6db" providerId="ADAL" clId="{6F58AFF1-820C-4437-9139-91A7DB8F1E14}" dt="2025-06-27T15:05:10.634" v="1307" actId="164"/>
          <ac:spMkLst>
            <pc:docMk/>
            <pc:sldMk cId="2711397398" sldId="264"/>
            <ac:spMk id="48" creationId="{40811EEB-34B1-8FE3-3D0D-621FFAEF58FE}"/>
          </ac:spMkLst>
        </pc:spChg>
        <pc:spChg chg="add mod">
          <ac:chgData name="FAIOLA DAVIDE" userId="c9fabab4-66da-4152-8b90-6621047ff6db" providerId="ADAL" clId="{6F58AFF1-820C-4437-9139-91A7DB8F1E14}" dt="2025-06-27T15:05:16.364" v="1309" actId="164"/>
          <ac:spMkLst>
            <pc:docMk/>
            <pc:sldMk cId="2711397398" sldId="264"/>
            <ac:spMk id="49" creationId="{02BE491A-DADA-0A0C-6821-97CAF1972400}"/>
          </ac:spMkLst>
        </pc:spChg>
        <pc:grpChg chg="add mod">
          <ac:chgData name="FAIOLA DAVIDE" userId="c9fabab4-66da-4152-8b90-6621047ff6db" providerId="ADAL" clId="{6F58AFF1-820C-4437-9139-91A7DB8F1E14}" dt="2025-06-28T11:53:35.382" v="4935" actId="14100"/>
          <ac:grpSpMkLst>
            <pc:docMk/>
            <pc:sldMk cId="2711397398" sldId="264"/>
            <ac:grpSpMk id="13" creationId="{D1598B42-C53E-B7F1-17DB-BCBA87C1E76A}"/>
          </ac:grpSpMkLst>
        </pc:grpChg>
        <pc:grpChg chg="add mod">
          <ac:chgData name="FAIOLA DAVIDE" userId="c9fabab4-66da-4152-8b90-6621047ff6db" providerId="ADAL" clId="{6F58AFF1-820C-4437-9139-91A7DB8F1E14}" dt="2025-06-27T15:34:07.809" v="1712" actId="1076"/>
          <ac:grpSpMkLst>
            <pc:docMk/>
            <pc:sldMk cId="2711397398" sldId="264"/>
            <ac:grpSpMk id="26" creationId="{0046955F-6B8F-8009-B13E-4CA7B4296A94}"/>
          </ac:grpSpMkLst>
        </pc:grpChg>
        <pc:grpChg chg="mod">
          <ac:chgData name="FAIOLA DAVIDE" userId="c9fabab4-66da-4152-8b90-6621047ff6db" providerId="ADAL" clId="{6F58AFF1-820C-4437-9139-91A7DB8F1E14}" dt="2025-06-27T15:05:16.364" v="1309" actId="164"/>
          <ac:grpSpMkLst>
            <pc:docMk/>
            <pc:sldMk cId="2711397398" sldId="264"/>
            <ac:grpSpMk id="52" creationId="{C2BC6824-1F38-9ECE-25EC-33297C289CA4}"/>
          </ac:grpSpMkLst>
        </pc:grpChg>
        <pc:grpChg chg="add mod">
          <ac:chgData name="FAIOLA DAVIDE" userId="c9fabab4-66da-4152-8b90-6621047ff6db" providerId="ADAL" clId="{6F58AFF1-820C-4437-9139-91A7DB8F1E14}" dt="2025-06-27T15:08:22.907" v="1343" actId="14100"/>
          <ac:grpSpMkLst>
            <pc:docMk/>
            <pc:sldMk cId="2711397398" sldId="264"/>
            <ac:grpSpMk id="53" creationId="{735F227C-5410-683B-DFEB-C2DBE649F160}"/>
          </ac:grpSpMkLst>
        </pc:grpChg>
        <pc:picChg chg="add mod">
          <ac:chgData name="FAIOLA DAVIDE" userId="c9fabab4-66da-4152-8b90-6621047ff6db" providerId="ADAL" clId="{6F58AFF1-820C-4437-9139-91A7DB8F1E14}" dt="2025-06-27T14:39:42.218" v="614" actId="164"/>
          <ac:picMkLst>
            <pc:docMk/>
            <pc:sldMk cId="2711397398" sldId="264"/>
            <ac:picMk id="6" creationId="{304C554F-ED73-D50E-EA3F-B4684ED8ECAF}"/>
          </ac:picMkLst>
        </pc:picChg>
        <pc:picChg chg="add mod">
          <ac:chgData name="FAIOLA DAVIDE" userId="c9fabab4-66da-4152-8b90-6621047ff6db" providerId="ADAL" clId="{6F58AFF1-820C-4437-9139-91A7DB8F1E14}" dt="2025-06-27T15:05:10.634" v="1307" actId="164"/>
          <ac:picMkLst>
            <pc:docMk/>
            <pc:sldMk cId="2711397398" sldId="264"/>
            <ac:picMk id="28" creationId="{B24F0B43-52D1-01E1-ABA4-B7FCDC268281}"/>
          </ac:picMkLst>
        </pc:picChg>
        <pc:picChg chg="add mod">
          <ac:chgData name="FAIOLA DAVIDE" userId="c9fabab4-66da-4152-8b90-6621047ff6db" providerId="ADAL" clId="{6F58AFF1-820C-4437-9139-91A7DB8F1E14}" dt="2025-06-27T15:05:10.634" v="1307" actId="164"/>
          <ac:picMkLst>
            <pc:docMk/>
            <pc:sldMk cId="2711397398" sldId="264"/>
            <ac:picMk id="30" creationId="{7DB94BF3-E1AB-F715-2257-0D7F3AEC836A}"/>
          </ac:picMkLst>
        </pc:picChg>
        <pc:picChg chg="add mod">
          <ac:chgData name="FAIOLA DAVIDE" userId="c9fabab4-66da-4152-8b90-6621047ff6db" providerId="ADAL" clId="{6F58AFF1-820C-4437-9139-91A7DB8F1E14}" dt="2025-06-27T15:05:10.634" v="1307" actId="164"/>
          <ac:picMkLst>
            <pc:docMk/>
            <pc:sldMk cId="2711397398" sldId="264"/>
            <ac:picMk id="34" creationId="{3C5AE184-510E-E62E-56AB-0C992EC7E171}"/>
          </ac:picMkLst>
        </pc:picChg>
        <pc:picChg chg="add mod">
          <ac:chgData name="FAIOLA DAVIDE" userId="c9fabab4-66da-4152-8b90-6621047ff6db" providerId="ADAL" clId="{6F58AFF1-820C-4437-9139-91A7DB8F1E14}" dt="2025-06-27T15:05:10.634" v="1307" actId="164"/>
          <ac:picMkLst>
            <pc:docMk/>
            <pc:sldMk cId="2711397398" sldId="264"/>
            <ac:picMk id="36" creationId="{ED6BA56B-594C-BF43-2FFB-539B7C2E04A1}"/>
          </ac:picMkLst>
        </pc:picChg>
        <pc:picChg chg="add mod">
          <ac:chgData name="FAIOLA DAVIDE" userId="c9fabab4-66da-4152-8b90-6621047ff6db" providerId="ADAL" clId="{6F58AFF1-820C-4437-9139-91A7DB8F1E14}" dt="2025-06-27T15:05:10.634" v="1307" actId="164"/>
          <ac:picMkLst>
            <pc:docMk/>
            <pc:sldMk cId="2711397398" sldId="264"/>
            <ac:picMk id="38" creationId="{D88D78B4-F20D-63D9-19D9-CFFCDE971590}"/>
          </ac:picMkLst>
        </pc:picChg>
        <pc:picChg chg="add mod modCrop">
          <ac:chgData name="FAIOLA DAVIDE" userId="c9fabab4-66da-4152-8b90-6621047ff6db" providerId="ADAL" clId="{6F58AFF1-820C-4437-9139-91A7DB8F1E14}" dt="2025-06-27T15:08:33.987" v="1345" actId="14100"/>
          <ac:picMkLst>
            <pc:docMk/>
            <pc:sldMk cId="2711397398" sldId="264"/>
            <ac:picMk id="55" creationId="{329D4350-F705-B386-2F28-555368B0AE9F}"/>
          </ac:picMkLst>
        </pc:picChg>
        <pc:cxnChg chg="add mod">
          <ac:chgData name="FAIOLA DAVIDE" userId="c9fabab4-66da-4152-8b90-6621047ff6db" providerId="ADAL" clId="{6F58AFF1-820C-4437-9139-91A7DB8F1E14}" dt="2025-06-27T14:50:07.562" v="896" actId="164"/>
          <ac:cxnSpMkLst>
            <pc:docMk/>
            <pc:sldMk cId="2711397398" sldId="264"/>
            <ac:cxnSpMk id="18" creationId="{DA7F0B2A-A99E-6F9C-2956-1014D079AD6A}"/>
          </ac:cxnSpMkLst>
        </pc:cxnChg>
        <pc:cxnChg chg="add mod">
          <ac:chgData name="FAIOLA DAVIDE" userId="c9fabab4-66da-4152-8b90-6621047ff6db" providerId="ADAL" clId="{6F58AFF1-820C-4437-9139-91A7DB8F1E14}" dt="2025-06-27T14:50:07.562" v="896" actId="164"/>
          <ac:cxnSpMkLst>
            <pc:docMk/>
            <pc:sldMk cId="2711397398" sldId="264"/>
            <ac:cxnSpMk id="19" creationId="{39A066F7-2ED0-2866-CB49-A4191A549198}"/>
          </ac:cxnSpMkLst>
        </pc:cxnChg>
        <pc:cxnChg chg="add mod">
          <ac:chgData name="FAIOLA DAVIDE" userId="c9fabab4-66da-4152-8b90-6621047ff6db" providerId="ADAL" clId="{6F58AFF1-820C-4437-9139-91A7DB8F1E14}" dt="2025-06-27T14:50:07.562" v="896" actId="164"/>
          <ac:cxnSpMkLst>
            <pc:docMk/>
            <pc:sldMk cId="2711397398" sldId="264"/>
            <ac:cxnSpMk id="20" creationId="{28DBE12A-8B11-A503-C977-3C533F4C4940}"/>
          </ac:cxnSpMkLst>
        </pc:cxnChg>
        <pc:cxnChg chg="add mod">
          <ac:chgData name="FAIOLA DAVIDE" userId="c9fabab4-66da-4152-8b90-6621047ff6db" providerId="ADAL" clId="{6F58AFF1-820C-4437-9139-91A7DB8F1E14}" dt="2025-06-27T14:50:07.562" v="896" actId="164"/>
          <ac:cxnSpMkLst>
            <pc:docMk/>
            <pc:sldMk cId="2711397398" sldId="264"/>
            <ac:cxnSpMk id="21" creationId="{1267FB99-9AA9-E133-96A8-B575E7FBEF22}"/>
          </ac:cxnSpMkLst>
        </pc:cxnChg>
        <pc:cxnChg chg="add mod">
          <ac:chgData name="FAIOLA DAVIDE" userId="c9fabab4-66da-4152-8b90-6621047ff6db" providerId="ADAL" clId="{6F58AFF1-820C-4437-9139-91A7DB8F1E14}" dt="2025-06-27T14:56:30.604" v="940" actId="1076"/>
          <ac:cxnSpMkLst>
            <pc:docMk/>
            <pc:sldMk cId="2711397398" sldId="264"/>
            <ac:cxnSpMk id="40" creationId="{73E43274-6F53-A568-EADE-0AE334344969}"/>
          </ac:cxnSpMkLst>
        </pc:cxnChg>
        <pc:cxnChg chg="add mod">
          <ac:chgData name="FAIOLA DAVIDE" userId="c9fabab4-66da-4152-8b90-6621047ff6db" providerId="ADAL" clId="{6F58AFF1-820C-4437-9139-91A7DB8F1E14}" dt="2025-06-27T14:59:29.668" v="1063" actId="1076"/>
          <ac:cxnSpMkLst>
            <pc:docMk/>
            <pc:sldMk cId="2711397398" sldId="264"/>
            <ac:cxnSpMk id="42" creationId="{6057C8B0-822C-415F-49DA-9C3480B47F00}"/>
          </ac:cxnSpMkLst>
        </pc:cxnChg>
        <pc:cxnChg chg="add mod">
          <ac:chgData name="FAIOLA DAVIDE" userId="c9fabab4-66da-4152-8b90-6621047ff6db" providerId="ADAL" clId="{6F58AFF1-820C-4437-9139-91A7DB8F1E14}" dt="2025-06-27T14:59:32.575" v="1065" actId="1076"/>
          <ac:cxnSpMkLst>
            <pc:docMk/>
            <pc:sldMk cId="2711397398" sldId="264"/>
            <ac:cxnSpMk id="43" creationId="{E1A7EB8A-72A5-E7A0-D8D1-BB85787B76D2}"/>
          </ac:cxnSpMkLst>
        </pc:cxnChg>
        <pc:cxnChg chg="add mod">
          <ac:chgData name="FAIOLA DAVIDE" userId="c9fabab4-66da-4152-8b90-6621047ff6db" providerId="ADAL" clId="{6F58AFF1-820C-4437-9139-91A7DB8F1E14}" dt="2025-06-27T14:59:35.787" v="1067" actId="1076"/>
          <ac:cxnSpMkLst>
            <pc:docMk/>
            <pc:sldMk cId="2711397398" sldId="264"/>
            <ac:cxnSpMk id="44" creationId="{33CA03CB-A5DA-409F-4D66-E05462E14F07}"/>
          </ac:cxnSpMkLst>
        </pc:cxnChg>
        <pc:cxnChg chg="add mod">
          <ac:chgData name="FAIOLA DAVIDE" userId="c9fabab4-66da-4152-8b90-6621047ff6db" providerId="ADAL" clId="{6F58AFF1-820C-4437-9139-91A7DB8F1E14}" dt="2025-06-27T14:59:48.575" v="1069" actId="1076"/>
          <ac:cxnSpMkLst>
            <pc:docMk/>
            <pc:sldMk cId="2711397398" sldId="264"/>
            <ac:cxnSpMk id="45" creationId="{E32D1E87-881D-8C65-4257-CB17C428F0A5}"/>
          </ac:cxnSpMkLst>
        </pc:cxnChg>
      </pc:sldChg>
      <pc:sldChg chg="addSp modSp add mod">
        <pc:chgData name="FAIOLA DAVIDE" userId="c9fabab4-66da-4152-8b90-6621047ff6db" providerId="ADAL" clId="{6F58AFF1-820C-4437-9139-91A7DB8F1E14}" dt="2025-06-28T11:40:24.463" v="4704" actId="20577"/>
        <pc:sldMkLst>
          <pc:docMk/>
          <pc:sldMk cId="3306385071" sldId="265"/>
        </pc:sldMkLst>
        <pc:spChg chg="mod">
          <ac:chgData name="FAIOLA DAVIDE" userId="c9fabab4-66da-4152-8b90-6621047ff6db" providerId="ADAL" clId="{6F58AFF1-820C-4437-9139-91A7DB8F1E14}" dt="2025-06-28T09:24:26.008" v="3424" actId="1076"/>
          <ac:spMkLst>
            <pc:docMk/>
            <pc:sldMk cId="3306385071" sldId="265"/>
            <ac:spMk id="3" creationId="{0FC8D1BE-290A-AA9C-D92A-9C801A84819A}"/>
          </ac:spMkLst>
        </pc:spChg>
        <pc:spChg chg="add mod">
          <ac:chgData name="FAIOLA DAVIDE" userId="c9fabab4-66da-4152-8b90-6621047ff6db" providerId="ADAL" clId="{6F58AFF1-820C-4437-9139-91A7DB8F1E14}" dt="2025-06-28T09:46:45.901" v="3815" actId="164"/>
          <ac:spMkLst>
            <pc:docMk/>
            <pc:sldMk cId="3306385071" sldId="265"/>
            <ac:spMk id="13" creationId="{16A89828-E492-B5CF-2441-7E3C6176A2C1}"/>
          </ac:spMkLst>
        </pc:spChg>
        <pc:spChg chg="add mod">
          <ac:chgData name="FAIOLA DAVIDE" userId="c9fabab4-66da-4152-8b90-6621047ff6db" providerId="ADAL" clId="{6F58AFF1-820C-4437-9139-91A7DB8F1E14}" dt="2025-06-28T11:39:38.100" v="4617" actId="1076"/>
          <ac:spMkLst>
            <pc:docMk/>
            <pc:sldMk cId="3306385071" sldId="265"/>
            <ac:spMk id="14" creationId="{DF71B1CF-2515-7967-10AA-A5C2AE1FFECF}"/>
          </ac:spMkLst>
        </pc:spChg>
        <pc:spChg chg="add mod">
          <ac:chgData name="FAIOLA DAVIDE" userId="c9fabab4-66da-4152-8b90-6621047ff6db" providerId="ADAL" clId="{6F58AFF1-820C-4437-9139-91A7DB8F1E14}" dt="2025-06-28T11:40:24.463" v="4704" actId="20577"/>
          <ac:spMkLst>
            <pc:docMk/>
            <pc:sldMk cId="3306385071" sldId="265"/>
            <ac:spMk id="15" creationId="{84DDB60B-B2B3-27C2-A16B-CB6178AC283C}"/>
          </ac:spMkLst>
        </pc:spChg>
        <pc:spChg chg="add mod">
          <ac:chgData name="FAIOLA DAVIDE" userId="c9fabab4-66da-4152-8b90-6621047ff6db" providerId="ADAL" clId="{6F58AFF1-820C-4437-9139-91A7DB8F1E14}" dt="2025-06-28T09:47:34.424" v="3825" actId="1076"/>
          <ac:spMkLst>
            <pc:docMk/>
            <pc:sldMk cId="3306385071" sldId="265"/>
            <ac:spMk id="19" creationId="{8A6DA092-63C4-693D-B1F9-602E5F71DC2F}"/>
          </ac:spMkLst>
        </pc:spChg>
        <pc:grpChg chg="add mod">
          <ac:chgData name="FAIOLA DAVIDE" userId="c9fabab4-66da-4152-8b90-6621047ff6db" providerId="ADAL" clId="{6F58AFF1-820C-4437-9139-91A7DB8F1E14}" dt="2025-06-28T09:46:50.489" v="3816" actId="1076"/>
          <ac:grpSpMkLst>
            <pc:docMk/>
            <pc:sldMk cId="3306385071" sldId="265"/>
            <ac:grpSpMk id="16" creationId="{91B6923C-38CB-7230-E816-D2364F6B3697}"/>
          </ac:grpSpMkLst>
        </pc:grpChg>
        <pc:picChg chg="add mod">
          <ac:chgData name="FAIOLA DAVIDE" userId="c9fabab4-66da-4152-8b90-6621047ff6db" providerId="ADAL" clId="{6F58AFF1-820C-4437-9139-91A7DB8F1E14}" dt="2025-06-28T09:40:27.689" v="3681" actId="1076"/>
          <ac:picMkLst>
            <pc:docMk/>
            <pc:sldMk cId="3306385071" sldId="265"/>
            <ac:picMk id="4" creationId="{4AB0CD8B-307F-FFEF-5447-75B45983F921}"/>
          </ac:picMkLst>
        </pc:picChg>
        <pc:picChg chg="add mod">
          <ac:chgData name="FAIOLA DAVIDE" userId="c9fabab4-66da-4152-8b90-6621047ff6db" providerId="ADAL" clId="{6F58AFF1-820C-4437-9139-91A7DB8F1E14}" dt="2025-06-28T09:41:31.583" v="3689" actId="14100"/>
          <ac:picMkLst>
            <pc:docMk/>
            <pc:sldMk cId="3306385071" sldId="265"/>
            <ac:picMk id="6" creationId="{8FCAA048-A20A-92ED-9FD2-A57587F8642A}"/>
          </ac:picMkLst>
        </pc:picChg>
        <pc:picChg chg="add mod">
          <ac:chgData name="FAIOLA DAVIDE" userId="c9fabab4-66da-4152-8b90-6621047ff6db" providerId="ADAL" clId="{6F58AFF1-820C-4437-9139-91A7DB8F1E14}" dt="2025-06-28T09:46:55.670" v="3818" actId="1076"/>
          <ac:picMkLst>
            <pc:docMk/>
            <pc:sldMk cId="3306385071" sldId="265"/>
            <ac:picMk id="8" creationId="{6D9599F1-1BA1-A5DD-2F1F-AA748A870B1D}"/>
          </ac:picMkLst>
        </pc:picChg>
        <pc:picChg chg="add mod">
          <ac:chgData name="FAIOLA DAVIDE" userId="c9fabab4-66da-4152-8b90-6621047ff6db" providerId="ADAL" clId="{6F58AFF1-820C-4437-9139-91A7DB8F1E14}" dt="2025-06-28T09:46:52.439" v="3817" actId="1076"/>
          <ac:picMkLst>
            <pc:docMk/>
            <pc:sldMk cId="3306385071" sldId="265"/>
            <ac:picMk id="10" creationId="{345A129E-6B10-68FB-01D9-1D18C1E4F254}"/>
          </ac:picMkLst>
        </pc:picChg>
        <pc:picChg chg="add mod">
          <ac:chgData name="FAIOLA DAVIDE" userId="c9fabab4-66da-4152-8b90-6621047ff6db" providerId="ADAL" clId="{6F58AFF1-820C-4437-9139-91A7DB8F1E14}" dt="2025-06-28T09:46:45.901" v="3815" actId="164"/>
          <ac:picMkLst>
            <pc:docMk/>
            <pc:sldMk cId="3306385071" sldId="265"/>
            <ac:picMk id="12" creationId="{97DE9775-29E6-40A3-CE19-00FCC76B18A8}"/>
          </ac:picMkLst>
        </pc:picChg>
        <pc:picChg chg="add mod">
          <ac:chgData name="FAIOLA DAVIDE" userId="c9fabab4-66da-4152-8b90-6621047ff6db" providerId="ADAL" clId="{6F58AFF1-820C-4437-9139-91A7DB8F1E14}" dt="2025-06-28T09:47:04.151" v="3823" actId="1076"/>
          <ac:picMkLst>
            <pc:docMk/>
            <pc:sldMk cId="3306385071" sldId="265"/>
            <ac:picMk id="18" creationId="{2C187EA2-94E1-43A9-B736-50AB86C802E7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349281510" sldId="265"/>
        </pc:sldMkLst>
      </pc:sldChg>
      <pc:sldChg chg="add del setBg">
        <pc:chgData name="FAIOLA DAVIDE" userId="c9fabab4-66da-4152-8b90-6621047ff6db" providerId="ADAL" clId="{6F58AFF1-820C-4437-9139-91A7DB8F1E14}" dt="2025-06-27T12:22:28.932" v="336" actId="47"/>
        <pc:sldMkLst>
          <pc:docMk/>
          <pc:sldMk cId="3641621259" sldId="265"/>
        </pc:sldMkLst>
      </pc:sldChg>
      <pc:sldChg chg="addSp delSp modSp add mod">
        <pc:chgData name="FAIOLA DAVIDE" userId="c9fabab4-66da-4152-8b90-6621047ff6db" providerId="ADAL" clId="{6F58AFF1-820C-4437-9139-91A7DB8F1E14}" dt="2025-07-03T14:25:46.914" v="6543" actId="14100"/>
        <pc:sldMkLst>
          <pc:docMk/>
          <pc:sldMk cId="945074363" sldId="266"/>
        </pc:sldMkLst>
        <pc:spChg chg="mod">
          <ac:chgData name="FAIOLA DAVIDE" userId="c9fabab4-66da-4152-8b90-6621047ff6db" providerId="ADAL" clId="{6F58AFF1-820C-4437-9139-91A7DB8F1E14}" dt="2025-06-27T15:01:10.530" v="1133" actId="790"/>
          <ac:spMkLst>
            <pc:docMk/>
            <pc:sldMk cId="945074363" sldId="266"/>
            <ac:spMk id="3" creationId="{B88A8703-D699-5DBA-3DCD-7D88852CC17E}"/>
          </ac:spMkLst>
        </pc:spChg>
        <pc:spChg chg="add mod">
          <ac:chgData name="FAIOLA DAVIDE" userId="c9fabab4-66da-4152-8b90-6621047ff6db" providerId="ADAL" clId="{6F58AFF1-820C-4437-9139-91A7DB8F1E14}" dt="2025-06-28T11:37:31.481" v="4599" actId="1076"/>
          <ac:spMkLst>
            <pc:docMk/>
            <pc:sldMk cId="945074363" sldId="266"/>
            <ac:spMk id="12" creationId="{11D0942A-F079-3B8D-261E-AE6AB004641E}"/>
          </ac:spMkLst>
        </pc:spChg>
        <pc:picChg chg="add mod">
          <ac:chgData name="FAIOLA DAVIDE" userId="c9fabab4-66da-4152-8b90-6621047ff6db" providerId="ADAL" clId="{6F58AFF1-820C-4437-9139-91A7DB8F1E14}" dt="2025-07-03T14:25:46.914" v="6543" actId="14100"/>
          <ac:picMkLst>
            <pc:docMk/>
            <pc:sldMk cId="945074363" sldId="266"/>
            <ac:picMk id="4" creationId="{17486764-730A-978D-FE68-1E3F35DB5E22}"/>
          </ac:picMkLst>
        </pc:picChg>
        <pc:picChg chg="add del mod">
          <ac:chgData name="FAIOLA DAVIDE" userId="c9fabab4-66da-4152-8b90-6621047ff6db" providerId="ADAL" clId="{6F58AFF1-820C-4437-9139-91A7DB8F1E14}" dt="2025-07-03T14:25:36.262" v="6539" actId="478"/>
          <ac:picMkLst>
            <pc:docMk/>
            <pc:sldMk cId="945074363" sldId="266"/>
            <ac:picMk id="8" creationId="{8DA88B85-37F7-5696-098E-4617B3CBFCAF}"/>
          </ac:picMkLst>
        </pc:picChg>
        <pc:picChg chg="add mod">
          <ac:chgData name="FAIOLA DAVIDE" userId="c9fabab4-66da-4152-8b90-6621047ff6db" providerId="ADAL" clId="{6F58AFF1-820C-4437-9139-91A7DB8F1E14}" dt="2025-06-28T10:56:37.568" v="3950" actId="1076"/>
          <ac:picMkLst>
            <pc:docMk/>
            <pc:sldMk cId="945074363" sldId="266"/>
            <ac:picMk id="10" creationId="{E3CDB955-B5F1-F6CB-58CA-100E1206D185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297622137" sldId="266"/>
        </pc:sldMkLst>
      </pc:sldChg>
      <pc:sldChg chg="add del setBg">
        <pc:chgData name="FAIOLA DAVIDE" userId="c9fabab4-66da-4152-8b90-6621047ff6db" providerId="ADAL" clId="{6F58AFF1-820C-4437-9139-91A7DB8F1E14}" dt="2025-06-27T12:22:28.219" v="335" actId="47"/>
        <pc:sldMkLst>
          <pc:docMk/>
          <pc:sldMk cId="2439786505" sldId="266"/>
        </pc:sldMkLst>
      </pc:sldChg>
      <pc:sldChg chg="addSp delSp modSp add mod ord">
        <pc:chgData name="FAIOLA DAVIDE" userId="c9fabab4-66da-4152-8b90-6621047ff6db" providerId="ADAL" clId="{6F58AFF1-820C-4437-9139-91A7DB8F1E14}" dt="2025-07-01T19:35:10.370" v="6299" actId="20577"/>
        <pc:sldMkLst>
          <pc:docMk/>
          <pc:sldMk cId="1197638974" sldId="267"/>
        </pc:sldMkLst>
        <pc:spChg chg="mod">
          <ac:chgData name="FAIOLA DAVIDE" userId="c9fabab4-66da-4152-8b90-6621047ff6db" providerId="ADAL" clId="{6F58AFF1-820C-4437-9139-91A7DB8F1E14}" dt="2025-07-01T19:18:36.615" v="5632" actId="1076"/>
          <ac:spMkLst>
            <pc:docMk/>
            <pc:sldMk cId="1197638974" sldId="267"/>
            <ac:spMk id="3" creationId="{E1D4FEFC-115D-8199-3FA9-AED2BB449E81}"/>
          </ac:spMkLst>
        </pc:spChg>
        <pc:spChg chg="add mod">
          <ac:chgData name="FAIOLA DAVIDE" userId="c9fabab4-66da-4152-8b90-6621047ff6db" providerId="ADAL" clId="{6F58AFF1-820C-4437-9139-91A7DB8F1E14}" dt="2025-07-01T19:35:10.370" v="6299" actId="20577"/>
          <ac:spMkLst>
            <pc:docMk/>
            <pc:sldMk cId="1197638974" sldId="267"/>
            <ac:spMk id="14" creationId="{BC9344DC-B0A2-702E-DC15-2B569DC77C3F}"/>
          </ac:spMkLst>
        </pc:spChg>
        <pc:spChg chg="add mod">
          <ac:chgData name="FAIOLA DAVIDE" userId="c9fabab4-66da-4152-8b90-6621047ff6db" providerId="ADAL" clId="{6F58AFF1-820C-4437-9139-91A7DB8F1E14}" dt="2025-07-01T19:20:48.659" v="5706" actId="207"/>
          <ac:spMkLst>
            <pc:docMk/>
            <pc:sldMk cId="1197638974" sldId="267"/>
            <ac:spMk id="18" creationId="{1B38752F-5CBA-FFEF-E060-CFC30E8DE80A}"/>
          </ac:spMkLst>
        </pc:spChg>
        <pc:spChg chg="add mod">
          <ac:chgData name="FAIOLA DAVIDE" userId="c9fabab4-66da-4152-8b90-6621047ff6db" providerId="ADAL" clId="{6F58AFF1-820C-4437-9139-91A7DB8F1E14}" dt="2025-07-01T19:22:51.183" v="5721" actId="207"/>
          <ac:spMkLst>
            <pc:docMk/>
            <pc:sldMk cId="1197638974" sldId="267"/>
            <ac:spMk id="27" creationId="{E5C042BF-A9F5-F7C6-783E-F3584B9DC905}"/>
          </ac:spMkLst>
        </pc:spChg>
        <pc:picChg chg="add mod">
          <ac:chgData name="FAIOLA DAVIDE" userId="c9fabab4-66da-4152-8b90-6621047ff6db" providerId="ADAL" clId="{6F58AFF1-820C-4437-9139-91A7DB8F1E14}" dt="2025-07-01T19:19:46.631" v="5699" actId="1076"/>
          <ac:picMkLst>
            <pc:docMk/>
            <pc:sldMk cId="1197638974" sldId="267"/>
            <ac:picMk id="17" creationId="{83851059-6D60-5FF1-D007-334A6F35B3FE}"/>
          </ac:picMkLst>
        </pc:picChg>
        <pc:picChg chg="add mod">
          <ac:chgData name="FAIOLA DAVIDE" userId="c9fabab4-66da-4152-8b90-6621047ff6db" providerId="ADAL" clId="{6F58AFF1-820C-4437-9139-91A7DB8F1E14}" dt="2025-07-01T19:21:53.215" v="5712" actId="1076"/>
          <ac:picMkLst>
            <pc:docMk/>
            <pc:sldMk cId="1197638974" sldId="267"/>
            <ac:picMk id="22" creationId="{AC0FCDA4-C7B7-576B-31EB-5E775145A687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501404272" sldId="268"/>
        </pc:sldMkLst>
      </pc:sldChg>
      <pc:sldChg chg="addSp delSp modSp add mod">
        <pc:chgData name="FAIOLA DAVIDE" userId="c9fabab4-66da-4152-8b90-6621047ff6db" providerId="ADAL" clId="{6F58AFF1-820C-4437-9139-91A7DB8F1E14}" dt="2025-06-27T16:22:55.438" v="2505" actId="1076"/>
        <pc:sldMkLst>
          <pc:docMk/>
          <pc:sldMk cId="3952555139" sldId="268"/>
        </pc:sldMkLst>
        <pc:spChg chg="mod">
          <ac:chgData name="FAIOLA DAVIDE" userId="c9fabab4-66da-4152-8b90-6621047ff6db" providerId="ADAL" clId="{6F58AFF1-820C-4437-9139-91A7DB8F1E14}" dt="2025-06-27T16:11:31.150" v="2225" actId="1076"/>
          <ac:spMkLst>
            <pc:docMk/>
            <pc:sldMk cId="3952555139" sldId="268"/>
            <ac:spMk id="2" creationId="{E25DE608-5D6E-5ECC-489F-483155161926}"/>
          </ac:spMkLst>
        </pc:spChg>
        <pc:spChg chg="add mod">
          <ac:chgData name="FAIOLA DAVIDE" userId="c9fabab4-66da-4152-8b90-6621047ff6db" providerId="ADAL" clId="{6F58AFF1-820C-4437-9139-91A7DB8F1E14}" dt="2025-06-27T16:22:15.728" v="2501" actId="1076"/>
          <ac:spMkLst>
            <pc:docMk/>
            <pc:sldMk cId="3952555139" sldId="268"/>
            <ac:spMk id="9" creationId="{5D8DD7F0-CDDB-6DAC-F12E-3D80A8D8D756}"/>
          </ac:spMkLst>
        </pc:spChg>
        <pc:spChg chg="add mod">
          <ac:chgData name="FAIOLA DAVIDE" userId="c9fabab4-66da-4152-8b90-6621047ff6db" providerId="ADAL" clId="{6F58AFF1-820C-4437-9139-91A7DB8F1E14}" dt="2025-06-27T16:22:46.529" v="2504" actId="1076"/>
          <ac:spMkLst>
            <pc:docMk/>
            <pc:sldMk cId="3952555139" sldId="268"/>
            <ac:spMk id="10" creationId="{9CB517F4-D16A-4001-8E24-47B5853059A1}"/>
          </ac:spMkLst>
        </pc:spChg>
        <pc:picChg chg="add mod">
          <ac:chgData name="FAIOLA DAVIDE" userId="c9fabab4-66da-4152-8b90-6621047ff6db" providerId="ADAL" clId="{6F58AFF1-820C-4437-9139-91A7DB8F1E14}" dt="2025-06-27T16:22:55.438" v="2505" actId="1076"/>
          <ac:picMkLst>
            <pc:docMk/>
            <pc:sldMk cId="3952555139" sldId="268"/>
            <ac:picMk id="4" creationId="{6DB959B7-2068-2914-5956-E9495FD416FA}"/>
          </ac:picMkLst>
        </pc:picChg>
        <pc:picChg chg="add mod">
          <ac:chgData name="FAIOLA DAVIDE" userId="c9fabab4-66da-4152-8b90-6621047ff6db" providerId="ADAL" clId="{6F58AFF1-820C-4437-9139-91A7DB8F1E14}" dt="2025-06-27T16:22:12.963" v="2500" actId="1076"/>
          <ac:picMkLst>
            <pc:docMk/>
            <pc:sldMk cId="3952555139" sldId="268"/>
            <ac:picMk id="6" creationId="{3ABA91BE-A76B-D210-DDA8-6F2D161D74F9}"/>
          </ac:picMkLst>
        </pc:picChg>
      </pc:sldChg>
      <pc:sldChg chg="addSp delSp modSp add mod">
        <pc:chgData name="FAIOLA DAVIDE" userId="c9fabab4-66da-4152-8b90-6621047ff6db" providerId="ADAL" clId="{6F58AFF1-820C-4437-9139-91A7DB8F1E14}" dt="2025-07-02T15:08:39.716" v="6482" actId="1076"/>
        <pc:sldMkLst>
          <pc:docMk/>
          <pc:sldMk cId="2259334516" sldId="269"/>
        </pc:sldMkLst>
        <pc:spChg chg="mod">
          <ac:chgData name="FAIOLA DAVIDE" userId="c9fabab4-66da-4152-8b90-6621047ff6db" providerId="ADAL" clId="{6F58AFF1-820C-4437-9139-91A7DB8F1E14}" dt="2025-06-27T15:23:12.642" v="1547" actId="1076"/>
          <ac:spMkLst>
            <pc:docMk/>
            <pc:sldMk cId="2259334516" sldId="269"/>
            <ac:spMk id="4" creationId="{5FDC8F32-310C-EB01-9843-BEE12CE17429}"/>
          </ac:spMkLst>
        </pc:spChg>
        <pc:spChg chg="add mod">
          <ac:chgData name="FAIOLA DAVIDE" userId="c9fabab4-66da-4152-8b90-6621047ff6db" providerId="ADAL" clId="{6F58AFF1-820C-4437-9139-91A7DB8F1E14}" dt="2025-06-27T15:22:04.806" v="1520" actId="790"/>
          <ac:spMkLst>
            <pc:docMk/>
            <pc:sldMk cId="2259334516" sldId="269"/>
            <ac:spMk id="27" creationId="{5D49B44B-DAFF-B675-6CE4-6F7F6BCDC1E7}"/>
          </ac:spMkLst>
        </pc:spChg>
        <pc:spChg chg="add mod">
          <ac:chgData name="FAIOLA DAVIDE" userId="c9fabab4-66da-4152-8b90-6621047ff6db" providerId="ADAL" clId="{6F58AFF1-820C-4437-9139-91A7DB8F1E14}" dt="2025-06-27T15:22:39.928" v="1544" actId="20577"/>
          <ac:spMkLst>
            <pc:docMk/>
            <pc:sldMk cId="2259334516" sldId="269"/>
            <ac:spMk id="28" creationId="{1F64CD59-35F0-D570-3087-D6E7E6684309}"/>
          </ac:spMkLst>
        </pc:spChg>
        <pc:picChg chg="add mod">
          <ac:chgData name="FAIOLA DAVIDE" userId="c9fabab4-66da-4152-8b90-6621047ff6db" providerId="ADAL" clId="{6F58AFF1-820C-4437-9139-91A7DB8F1E14}" dt="2025-06-27T15:17:49.050" v="1443" actId="1076"/>
          <ac:picMkLst>
            <pc:docMk/>
            <pc:sldMk cId="2259334516" sldId="269"/>
            <ac:picMk id="3" creationId="{C57ED0A9-D336-29FB-3F41-0A655B87607D}"/>
          </ac:picMkLst>
        </pc:picChg>
        <pc:picChg chg="add mod modCrop">
          <ac:chgData name="FAIOLA DAVIDE" userId="c9fabab4-66da-4152-8b90-6621047ff6db" providerId="ADAL" clId="{6F58AFF1-820C-4437-9139-91A7DB8F1E14}" dt="2025-06-27T15:17:53.331" v="1447" actId="1076"/>
          <ac:picMkLst>
            <pc:docMk/>
            <pc:sldMk cId="2259334516" sldId="269"/>
            <ac:picMk id="6" creationId="{B2360780-D62D-C6EE-B9D9-7B3EFA284BF4}"/>
          </ac:picMkLst>
        </pc:picChg>
        <pc:picChg chg="add mod modCrop">
          <ac:chgData name="FAIOLA DAVIDE" userId="c9fabab4-66da-4152-8b90-6621047ff6db" providerId="ADAL" clId="{6F58AFF1-820C-4437-9139-91A7DB8F1E14}" dt="2025-06-27T15:17:51.035" v="1445" actId="1076"/>
          <ac:picMkLst>
            <pc:docMk/>
            <pc:sldMk cId="2259334516" sldId="269"/>
            <ac:picMk id="7" creationId="{1A61032B-1C49-08AB-A13D-043727ED3AB5}"/>
          </ac:picMkLst>
        </pc:picChg>
        <pc:picChg chg="add mod">
          <ac:chgData name="FAIOLA DAVIDE" userId="c9fabab4-66da-4152-8b90-6621047ff6db" providerId="ADAL" clId="{6F58AFF1-820C-4437-9139-91A7DB8F1E14}" dt="2025-06-27T15:18:13.147" v="1453" actId="14100"/>
          <ac:picMkLst>
            <pc:docMk/>
            <pc:sldMk cId="2259334516" sldId="269"/>
            <ac:picMk id="9" creationId="{CC5B188C-81E8-A165-DDCE-99BE05C5A3AE}"/>
          </ac:picMkLst>
        </pc:picChg>
        <pc:picChg chg="add mod">
          <ac:chgData name="FAIOLA DAVIDE" userId="c9fabab4-66da-4152-8b90-6621047ff6db" providerId="ADAL" clId="{6F58AFF1-820C-4437-9139-91A7DB8F1E14}" dt="2025-06-27T15:18:18.554" v="1455" actId="1076"/>
          <ac:picMkLst>
            <pc:docMk/>
            <pc:sldMk cId="2259334516" sldId="269"/>
            <ac:picMk id="11" creationId="{AC73ED2C-1CDD-F344-1BD9-6C1264EA3878}"/>
          </ac:picMkLst>
        </pc:picChg>
        <pc:picChg chg="add mod">
          <ac:chgData name="FAIOLA DAVIDE" userId="c9fabab4-66da-4152-8b90-6621047ff6db" providerId="ADAL" clId="{6F58AFF1-820C-4437-9139-91A7DB8F1E14}" dt="2025-07-02T15:08:39.716" v="6482" actId="1076"/>
          <ac:picMkLst>
            <pc:docMk/>
            <pc:sldMk cId="2259334516" sldId="269"/>
            <ac:picMk id="13" creationId="{B3A550BE-3C71-AC2E-A216-6C0C3F702ED5}"/>
          </ac:picMkLst>
        </pc:picChg>
        <pc:picChg chg="add mod">
          <ac:chgData name="FAIOLA DAVIDE" userId="c9fabab4-66da-4152-8b90-6621047ff6db" providerId="ADAL" clId="{6F58AFF1-820C-4437-9139-91A7DB8F1E14}" dt="2025-06-27T15:20:57.330" v="1482" actId="14100"/>
          <ac:picMkLst>
            <pc:docMk/>
            <pc:sldMk cId="2259334516" sldId="269"/>
            <ac:picMk id="15" creationId="{79B0B402-B69E-A82D-6C92-C5BDAE93DF94}"/>
          </ac:picMkLst>
        </pc:picChg>
        <pc:cxnChg chg="add mod">
          <ac:chgData name="FAIOLA DAVIDE" userId="c9fabab4-66da-4152-8b90-6621047ff6db" providerId="ADAL" clId="{6F58AFF1-820C-4437-9139-91A7DB8F1E14}" dt="2025-06-27T15:20:53.845" v="1481" actId="1076"/>
          <ac:cxnSpMkLst>
            <pc:docMk/>
            <pc:sldMk cId="2259334516" sldId="269"/>
            <ac:cxnSpMk id="22" creationId="{8561FA46-9802-1B57-C673-2C42F6567987}"/>
          </ac:cxnSpMkLst>
        </pc:cxnChg>
        <pc:cxnChg chg="add mod">
          <ac:chgData name="FAIOLA DAVIDE" userId="c9fabab4-66da-4152-8b90-6621047ff6db" providerId="ADAL" clId="{6F58AFF1-820C-4437-9139-91A7DB8F1E14}" dt="2025-06-27T15:21:21.250" v="1485" actId="14100"/>
          <ac:cxnSpMkLst>
            <pc:docMk/>
            <pc:sldMk cId="2259334516" sldId="269"/>
            <ac:cxnSpMk id="24" creationId="{7B7340BB-1F9E-03B6-2A0C-00491764944F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4252590849" sldId="269"/>
        </pc:sldMkLst>
      </pc:sldChg>
      <pc:sldChg chg="addSp delSp modSp add mod">
        <pc:chgData name="FAIOLA DAVIDE" userId="c9fabab4-66da-4152-8b90-6621047ff6db" providerId="ADAL" clId="{6F58AFF1-820C-4437-9139-91A7DB8F1E14}" dt="2025-06-27T15:42:32.147" v="1809" actId="14100"/>
        <pc:sldMkLst>
          <pc:docMk/>
          <pc:sldMk cId="2421935045" sldId="270"/>
        </pc:sldMkLst>
        <pc:spChg chg="mod">
          <ac:chgData name="FAIOLA DAVIDE" userId="c9fabab4-66da-4152-8b90-6621047ff6db" providerId="ADAL" clId="{6F58AFF1-820C-4437-9139-91A7DB8F1E14}" dt="2025-06-27T15:23:17.626" v="1548" actId="1076"/>
          <ac:spMkLst>
            <pc:docMk/>
            <pc:sldMk cId="2421935045" sldId="270"/>
            <ac:spMk id="4" creationId="{2C7083D0-065C-D1F6-801E-BDE0795E78E2}"/>
          </ac:spMkLst>
        </pc:spChg>
        <pc:spChg chg="add mod">
          <ac:chgData name="FAIOLA DAVIDE" userId="c9fabab4-66da-4152-8b90-6621047ff6db" providerId="ADAL" clId="{6F58AFF1-820C-4437-9139-91A7DB8F1E14}" dt="2025-06-27T15:31:54.081" v="1692" actId="113"/>
          <ac:spMkLst>
            <pc:docMk/>
            <pc:sldMk cId="2421935045" sldId="270"/>
            <ac:spMk id="7" creationId="{25BAC1A5-870C-DA3A-4DE6-D1CB925F3C46}"/>
          </ac:spMkLst>
        </pc:spChg>
        <pc:spChg chg="add mod">
          <ac:chgData name="FAIOLA DAVIDE" userId="c9fabab4-66da-4152-8b90-6621047ff6db" providerId="ADAL" clId="{6F58AFF1-820C-4437-9139-91A7DB8F1E14}" dt="2025-06-27T15:42:32.147" v="1809" actId="14100"/>
          <ac:spMkLst>
            <pc:docMk/>
            <pc:sldMk cId="2421935045" sldId="270"/>
            <ac:spMk id="18" creationId="{E6FCC98B-A872-F658-98C2-D322D9408967}"/>
          </ac:spMkLst>
        </pc:spChg>
        <pc:spChg chg="add mod">
          <ac:chgData name="FAIOLA DAVIDE" userId="c9fabab4-66da-4152-8b90-6621047ff6db" providerId="ADAL" clId="{6F58AFF1-820C-4437-9139-91A7DB8F1E14}" dt="2025-06-27T15:42:27.287" v="1807" actId="1076"/>
          <ac:spMkLst>
            <pc:docMk/>
            <pc:sldMk cId="2421935045" sldId="270"/>
            <ac:spMk id="19" creationId="{D5CBCF84-BAE3-251D-9578-BE0A5563AC9E}"/>
          </ac:spMkLst>
        </pc:spChg>
        <pc:picChg chg="add mod">
          <ac:chgData name="FAIOLA DAVIDE" userId="c9fabab4-66da-4152-8b90-6621047ff6db" providerId="ADAL" clId="{6F58AFF1-820C-4437-9139-91A7DB8F1E14}" dt="2025-06-27T15:28:47.120" v="1560" actId="1076"/>
          <ac:picMkLst>
            <pc:docMk/>
            <pc:sldMk cId="2421935045" sldId="270"/>
            <ac:picMk id="3" creationId="{9D551797-BE00-072F-5017-651F3F2040C4}"/>
          </ac:picMkLst>
        </pc:picChg>
        <pc:picChg chg="add mod">
          <ac:chgData name="FAIOLA DAVIDE" userId="c9fabab4-66da-4152-8b90-6621047ff6db" providerId="ADAL" clId="{6F58AFF1-820C-4437-9139-91A7DB8F1E14}" dt="2025-06-27T15:32:31.017" v="1700" actId="1076"/>
          <ac:picMkLst>
            <pc:docMk/>
            <pc:sldMk cId="2421935045" sldId="270"/>
            <ac:picMk id="6" creationId="{30874581-DFA2-B096-B2A6-A3556414F29E}"/>
          </ac:picMkLst>
        </pc:picChg>
        <pc:picChg chg="add mod">
          <ac:chgData name="FAIOLA DAVIDE" userId="c9fabab4-66da-4152-8b90-6621047ff6db" providerId="ADAL" clId="{6F58AFF1-820C-4437-9139-91A7DB8F1E14}" dt="2025-06-27T15:33:33.992" v="1710" actId="1076"/>
          <ac:picMkLst>
            <pc:docMk/>
            <pc:sldMk cId="2421935045" sldId="270"/>
            <ac:picMk id="11" creationId="{AFFBE924-9017-AF46-8D73-A20FC4DBFE55}"/>
          </ac:picMkLst>
        </pc:picChg>
        <pc:picChg chg="add mod">
          <ac:chgData name="FAIOLA DAVIDE" userId="c9fabab4-66da-4152-8b90-6621047ff6db" providerId="ADAL" clId="{6F58AFF1-820C-4437-9139-91A7DB8F1E14}" dt="2025-06-27T15:41:29.304" v="1755" actId="14100"/>
          <ac:picMkLst>
            <pc:docMk/>
            <pc:sldMk cId="2421935045" sldId="270"/>
            <ac:picMk id="15" creationId="{51F56B35-20C8-42E4-C1AC-8EA7DB65B997}"/>
          </ac:picMkLst>
        </pc:picChg>
        <pc:picChg chg="add mod">
          <ac:chgData name="FAIOLA DAVIDE" userId="c9fabab4-66da-4152-8b90-6621047ff6db" providerId="ADAL" clId="{6F58AFF1-820C-4437-9139-91A7DB8F1E14}" dt="2025-06-27T15:42:29.164" v="1808" actId="1076"/>
          <ac:picMkLst>
            <pc:docMk/>
            <pc:sldMk cId="2421935045" sldId="270"/>
            <ac:picMk id="17" creationId="{587F0442-5A5D-939A-FCF7-880F224EA78E}"/>
          </ac:picMkLst>
        </pc:picChg>
        <pc:cxnChg chg="add mod">
          <ac:chgData name="FAIOLA DAVIDE" userId="c9fabab4-66da-4152-8b90-6621047ff6db" providerId="ADAL" clId="{6F58AFF1-820C-4437-9139-91A7DB8F1E14}" dt="2025-06-27T15:33:22.737" v="1708" actId="1076"/>
          <ac:cxnSpMkLst>
            <pc:docMk/>
            <pc:sldMk cId="2421935045" sldId="270"/>
            <ac:cxnSpMk id="12" creationId="{C378F586-28A2-C176-FFEC-CB89B2B3762D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447197905" sldId="270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96318786" sldId="271"/>
        </pc:sldMkLst>
      </pc:sldChg>
      <pc:sldChg chg="addSp delSp modSp add mod">
        <pc:chgData name="FAIOLA DAVIDE" userId="c9fabab4-66da-4152-8b90-6621047ff6db" providerId="ADAL" clId="{6F58AFF1-820C-4437-9139-91A7DB8F1E14}" dt="2025-06-27T16:03:04.751" v="2212" actId="164"/>
        <pc:sldMkLst>
          <pc:docMk/>
          <pc:sldMk cId="780183077" sldId="271"/>
        </pc:sldMkLst>
        <pc:spChg chg="mod">
          <ac:chgData name="FAIOLA DAVIDE" userId="c9fabab4-66da-4152-8b90-6621047ff6db" providerId="ADAL" clId="{6F58AFF1-820C-4437-9139-91A7DB8F1E14}" dt="2025-06-27T15:53:53.420" v="1935" actId="1076"/>
          <ac:spMkLst>
            <pc:docMk/>
            <pc:sldMk cId="780183077" sldId="271"/>
            <ac:spMk id="4" creationId="{39358EEC-C4D7-D137-E0B8-49220D7AFF9B}"/>
          </ac:spMkLst>
        </pc:spChg>
        <pc:spChg chg="add mod">
          <ac:chgData name="FAIOLA DAVIDE" userId="c9fabab4-66da-4152-8b90-6621047ff6db" providerId="ADAL" clId="{6F58AFF1-820C-4437-9139-91A7DB8F1E14}" dt="2025-06-27T15:54:43.784" v="1977" actId="1076"/>
          <ac:spMkLst>
            <pc:docMk/>
            <pc:sldMk cId="780183077" sldId="271"/>
            <ac:spMk id="14" creationId="{3DFD9BE1-709D-6765-C397-554EBC09DFFB}"/>
          </ac:spMkLst>
        </pc:spChg>
        <pc:spChg chg="add mod">
          <ac:chgData name="FAIOLA DAVIDE" userId="c9fabab4-66da-4152-8b90-6621047ff6db" providerId="ADAL" clId="{6F58AFF1-820C-4437-9139-91A7DB8F1E14}" dt="2025-06-27T16:01:13.839" v="2137" actId="1076"/>
          <ac:spMkLst>
            <pc:docMk/>
            <pc:sldMk cId="780183077" sldId="271"/>
            <ac:spMk id="16" creationId="{58493576-9C30-2BCF-CB10-9515E997E63E}"/>
          </ac:spMkLst>
        </pc:spChg>
        <pc:spChg chg="add mod">
          <ac:chgData name="FAIOLA DAVIDE" userId="c9fabab4-66da-4152-8b90-6621047ff6db" providerId="ADAL" clId="{6F58AFF1-820C-4437-9139-91A7DB8F1E14}" dt="2025-06-27T16:01:18.288" v="2139" actId="1076"/>
          <ac:spMkLst>
            <pc:docMk/>
            <pc:sldMk cId="780183077" sldId="271"/>
            <ac:spMk id="20" creationId="{144262C8-68F1-4BC4-8FEB-9FA643E9C2C9}"/>
          </ac:spMkLst>
        </pc:spChg>
        <pc:spChg chg="add mod">
          <ac:chgData name="FAIOLA DAVIDE" userId="c9fabab4-66da-4152-8b90-6621047ff6db" providerId="ADAL" clId="{6F58AFF1-820C-4437-9139-91A7DB8F1E14}" dt="2025-06-27T16:03:04.751" v="2212" actId="164"/>
          <ac:spMkLst>
            <pc:docMk/>
            <pc:sldMk cId="780183077" sldId="271"/>
            <ac:spMk id="23" creationId="{DCFEB3F1-8F0E-18EC-FBFD-DD956ADC6232}"/>
          </ac:spMkLst>
        </pc:spChg>
        <pc:spChg chg="add mod">
          <ac:chgData name="FAIOLA DAVIDE" userId="c9fabab4-66da-4152-8b90-6621047ff6db" providerId="ADAL" clId="{6F58AFF1-820C-4437-9139-91A7DB8F1E14}" dt="2025-06-27T16:03:04.751" v="2212" actId="164"/>
          <ac:spMkLst>
            <pc:docMk/>
            <pc:sldMk cId="780183077" sldId="271"/>
            <ac:spMk id="24" creationId="{3F3242F1-E672-B3F2-1666-803455FB5CB4}"/>
          </ac:spMkLst>
        </pc:spChg>
        <pc:grpChg chg="add mod">
          <ac:chgData name="FAIOLA DAVIDE" userId="c9fabab4-66da-4152-8b90-6621047ff6db" providerId="ADAL" clId="{6F58AFF1-820C-4437-9139-91A7DB8F1E14}" dt="2025-06-27T16:03:04.751" v="2212" actId="164"/>
          <ac:grpSpMkLst>
            <pc:docMk/>
            <pc:sldMk cId="780183077" sldId="271"/>
            <ac:grpSpMk id="25" creationId="{B0C1D454-FAD7-B232-3C4A-8BE5AB952C09}"/>
          </ac:grpSpMkLst>
        </pc:grpChg>
        <pc:picChg chg="add mod">
          <ac:chgData name="FAIOLA DAVIDE" userId="c9fabab4-66da-4152-8b90-6621047ff6db" providerId="ADAL" clId="{6F58AFF1-820C-4437-9139-91A7DB8F1E14}" dt="2025-06-27T16:01:12.177" v="2136" actId="1076"/>
          <ac:picMkLst>
            <pc:docMk/>
            <pc:sldMk cId="780183077" sldId="271"/>
            <ac:picMk id="5" creationId="{BAD3881C-8ED5-3948-AA78-1A078EB485C7}"/>
          </ac:picMkLst>
        </pc:picChg>
        <pc:picChg chg="add mod">
          <ac:chgData name="FAIOLA DAVIDE" userId="c9fabab4-66da-4152-8b90-6621047ff6db" providerId="ADAL" clId="{6F58AFF1-820C-4437-9139-91A7DB8F1E14}" dt="2025-06-27T16:01:15.593" v="2138" actId="1076"/>
          <ac:picMkLst>
            <pc:docMk/>
            <pc:sldMk cId="780183077" sldId="271"/>
            <ac:picMk id="9" creationId="{C8718DF0-F080-DED6-35BE-8AF35BDF25AD}"/>
          </ac:picMkLst>
        </pc:picChg>
        <pc:picChg chg="add mod">
          <ac:chgData name="FAIOLA DAVIDE" userId="c9fabab4-66da-4152-8b90-6621047ff6db" providerId="ADAL" clId="{6F58AFF1-820C-4437-9139-91A7DB8F1E14}" dt="2025-06-27T16:03:04.751" v="2212" actId="164"/>
          <ac:picMkLst>
            <pc:docMk/>
            <pc:sldMk cId="780183077" sldId="271"/>
            <ac:picMk id="22" creationId="{9EF8B8A8-5968-7F5C-8413-E91342D1143A}"/>
          </ac:picMkLst>
        </pc:picChg>
      </pc:sldChg>
      <pc:sldChg chg="addSp delSp modSp add mod">
        <pc:chgData name="FAIOLA DAVIDE" userId="c9fabab4-66da-4152-8b90-6621047ff6db" providerId="ADAL" clId="{6F58AFF1-820C-4437-9139-91A7DB8F1E14}" dt="2025-06-27T15:57:46.977" v="2083" actId="1076"/>
        <pc:sldMkLst>
          <pc:docMk/>
          <pc:sldMk cId="84949973" sldId="272"/>
        </pc:sldMkLst>
        <pc:spChg chg="add mod">
          <ac:chgData name="FAIOLA DAVIDE" userId="c9fabab4-66da-4152-8b90-6621047ff6db" providerId="ADAL" clId="{6F58AFF1-820C-4437-9139-91A7DB8F1E14}" dt="2025-06-27T15:57:38.528" v="2081" actId="1076"/>
          <ac:spMkLst>
            <pc:docMk/>
            <pc:sldMk cId="84949973" sldId="272"/>
            <ac:spMk id="2" creationId="{76908212-69FC-7155-EEA7-3F783919E1A2}"/>
          </ac:spMkLst>
        </pc:spChg>
        <pc:spChg chg="add mod">
          <ac:chgData name="FAIOLA DAVIDE" userId="c9fabab4-66da-4152-8b90-6621047ff6db" providerId="ADAL" clId="{6F58AFF1-820C-4437-9139-91A7DB8F1E14}" dt="2025-06-27T15:57:46.977" v="2083" actId="1076"/>
          <ac:spMkLst>
            <pc:docMk/>
            <pc:sldMk cId="84949973" sldId="272"/>
            <ac:spMk id="3" creationId="{007E041E-13F3-C2C8-C962-B4077A3011C8}"/>
          </ac:spMkLst>
        </pc:spChg>
        <pc:picChg chg="mod">
          <ac:chgData name="FAIOLA DAVIDE" userId="c9fabab4-66da-4152-8b90-6621047ff6db" providerId="ADAL" clId="{6F58AFF1-820C-4437-9139-91A7DB8F1E14}" dt="2025-06-27T15:57:36.287" v="2080" actId="1076"/>
          <ac:picMkLst>
            <pc:docMk/>
            <pc:sldMk cId="84949973" sldId="272"/>
            <ac:picMk id="13" creationId="{94DC4A7E-4FB8-BF4D-E369-8D329F832BD6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953456574" sldId="272"/>
        </pc:sldMkLst>
      </pc:sldChg>
      <pc:sldChg chg="addSp delSp modSp add mod">
        <pc:chgData name="FAIOLA DAVIDE" userId="c9fabab4-66da-4152-8b90-6621047ff6db" providerId="ADAL" clId="{6F58AFF1-820C-4437-9139-91A7DB8F1E14}" dt="2025-06-27T16:03:27.165" v="2220" actId="1076"/>
        <pc:sldMkLst>
          <pc:docMk/>
          <pc:sldMk cId="573243545" sldId="273"/>
        </pc:sldMkLst>
        <pc:spChg chg="add mod">
          <ac:chgData name="FAIOLA DAVIDE" userId="c9fabab4-66da-4152-8b90-6621047ff6db" providerId="ADAL" clId="{6F58AFF1-820C-4437-9139-91A7DB8F1E14}" dt="2025-06-27T15:58:56.876" v="2121" actId="790"/>
          <ac:spMkLst>
            <pc:docMk/>
            <pc:sldMk cId="573243545" sldId="273"/>
            <ac:spMk id="7" creationId="{F8D89227-5B1D-CDE1-CB01-69E4C8ED719F}"/>
          </ac:spMkLst>
        </pc:spChg>
        <pc:spChg chg="add mod">
          <ac:chgData name="FAIOLA DAVIDE" userId="c9fabab4-66da-4152-8b90-6621047ff6db" providerId="ADAL" clId="{6F58AFF1-820C-4437-9139-91A7DB8F1E14}" dt="2025-06-27T16:03:17.992" v="2217" actId="1076"/>
          <ac:spMkLst>
            <pc:docMk/>
            <pc:sldMk cId="573243545" sldId="273"/>
            <ac:spMk id="8" creationId="{53C8E8C7-6E3B-6AE4-CE18-44E6D7723C9F}"/>
          </ac:spMkLst>
        </pc:spChg>
        <pc:spChg chg="add mod">
          <ac:chgData name="FAIOLA DAVIDE" userId="c9fabab4-66da-4152-8b90-6621047ff6db" providerId="ADAL" clId="{6F58AFF1-820C-4437-9139-91A7DB8F1E14}" dt="2025-06-27T16:03:20.239" v="2218" actId="1076"/>
          <ac:spMkLst>
            <pc:docMk/>
            <pc:sldMk cId="573243545" sldId="273"/>
            <ac:spMk id="9" creationId="{0F8DA6B9-1748-0B7F-727D-A5F792A4BAB4}"/>
          </ac:spMkLst>
        </pc:spChg>
        <pc:spChg chg="mod">
          <ac:chgData name="FAIOLA DAVIDE" userId="c9fabab4-66da-4152-8b90-6621047ff6db" providerId="ADAL" clId="{6F58AFF1-820C-4437-9139-91A7DB8F1E14}" dt="2025-06-27T16:03:21.115" v="2219"/>
          <ac:spMkLst>
            <pc:docMk/>
            <pc:sldMk cId="573243545" sldId="273"/>
            <ac:spMk id="12" creationId="{96918842-47EF-A5DA-06F4-DC7E40E88B5F}"/>
          </ac:spMkLst>
        </pc:spChg>
        <pc:spChg chg="mod">
          <ac:chgData name="FAIOLA DAVIDE" userId="c9fabab4-66da-4152-8b90-6621047ff6db" providerId="ADAL" clId="{6F58AFF1-820C-4437-9139-91A7DB8F1E14}" dt="2025-06-27T16:03:21.115" v="2219"/>
          <ac:spMkLst>
            <pc:docMk/>
            <pc:sldMk cId="573243545" sldId="273"/>
            <ac:spMk id="14" creationId="{E3BA66C1-8957-09C4-3A7A-E9CCC8497676}"/>
          </ac:spMkLst>
        </pc:spChg>
        <pc:grpChg chg="add mod">
          <ac:chgData name="FAIOLA DAVIDE" userId="c9fabab4-66da-4152-8b90-6621047ff6db" providerId="ADAL" clId="{6F58AFF1-820C-4437-9139-91A7DB8F1E14}" dt="2025-06-27T16:03:27.165" v="2220" actId="1076"/>
          <ac:grpSpMkLst>
            <pc:docMk/>
            <pc:sldMk cId="573243545" sldId="273"/>
            <ac:grpSpMk id="10" creationId="{25D8138C-2450-BD37-A1FA-674019E416CF}"/>
          </ac:grpSpMkLst>
        </pc:grpChg>
        <pc:picChg chg="add mod">
          <ac:chgData name="FAIOLA DAVIDE" userId="c9fabab4-66da-4152-8b90-6621047ff6db" providerId="ADAL" clId="{6F58AFF1-820C-4437-9139-91A7DB8F1E14}" dt="2025-06-27T16:03:16.240" v="2216" actId="1076"/>
          <ac:picMkLst>
            <pc:docMk/>
            <pc:sldMk cId="573243545" sldId="273"/>
            <ac:picMk id="3" creationId="{5FEF8AE5-F0E7-F967-B3A5-EA42FDAB25D1}"/>
          </ac:picMkLst>
        </pc:picChg>
        <pc:picChg chg="add mod">
          <ac:chgData name="FAIOLA DAVIDE" userId="c9fabab4-66da-4152-8b90-6621047ff6db" providerId="ADAL" clId="{6F58AFF1-820C-4437-9139-91A7DB8F1E14}" dt="2025-06-27T16:03:14.423" v="2215" actId="1076"/>
          <ac:picMkLst>
            <pc:docMk/>
            <pc:sldMk cId="573243545" sldId="273"/>
            <ac:picMk id="6" creationId="{82B2DB84-8C75-5DB7-CA12-B1636809BFAA}"/>
          </ac:picMkLst>
        </pc:picChg>
        <pc:picChg chg="mod">
          <ac:chgData name="FAIOLA DAVIDE" userId="c9fabab4-66da-4152-8b90-6621047ff6db" providerId="ADAL" clId="{6F58AFF1-820C-4437-9139-91A7DB8F1E14}" dt="2025-06-27T16:03:21.115" v="2219"/>
          <ac:picMkLst>
            <pc:docMk/>
            <pc:sldMk cId="573243545" sldId="273"/>
            <ac:picMk id="11" creationId="{55FEEF84-25B5-A936-7283-B002D832816C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2589292260" sldId="273"/>
        </pc:sldMkLst>
      </pc:sldChg>
      <pc:sldChg chg="addSp modSp add mod">
        <pc:chgData name="FAIOLA DAVIDE" userId="c9fabab4-66da-4152-8b90-6621047ff6db" providerId="ADAL" clId="{6F58AFF1-820C-4437-9139-91A7DB8F1E14}" dt="2025-06-27T15:59:41.760" v="2133" actId="1076"/>
        <pc:sldMkLst>
          <pc:docMk/>
          <pc:sldMk cId="1573923524" sldId="274"/>
        </pc:sldMkLst>
        <pc:spChg chg="add mod">
          <ac:chgData name="FAIOLA DAVIDE" userId="c9fabab4-66da-4152-8b90-6621047ff6db" providerId="ADAL" clId="{6F58AFF1-820C-4437-9139-91A7DB8F1E14}" dt="2025-06-27T15:59:31.934" v="2129" actId="1076"/>
          <ac:spMkLst>
            <pc:docMk/>
            <pc:sldMk cId="1573923524" sldId="274"/>
            <ac:spMk id="5" creationId="{3EC5BC88-4C0A-00A1-A159-90D09590CBB0}"/>
          </ac:spMkLst>
        </pc:spChg>
        <pc:spChg chg="add mod">
          <ac:chgData name="FAIOLA DAVIDE" userId="c9fabab4-66da-4152-8b90-6621047ff6db" providerId="ADAL" clId="{6F58AFF1-820C-4437-9139-91A7DB8F1E14}" dt="2025-06-27T15:59:41.760" v="2133" actId="1076"/>
          <ac:spMkLst>
            <pc:docMk/>
            <pc:sldMk cId="1573923524" sldId="274"/>
            <ac:spMk id="6" creationId="{AB8FAE9E-920F-BDA5-8C43-06849076D3F4}"/>
          </ac:spMkLst>
        </pc:spChg>
        <pc:picChg chg="add mod">
          <ac:chgData name="FAIOLA DAVIDE" userId="c9fabab4-66da-4152-8b90-6621047ff6db" providerId="ADAL" clId="{6F58AFF1-820C-4437-9139-91A7DB8F1E14}" dt="2025-06-27T15:59:34.398" v="2131" actId="1076"/>
          <ac:picMkLst>
            <pc:docMk/>
            <pc:sldMk cId="1573923524" sldId="274"/>
            <ac:picMk id="3" creationId="{952143F4-497A-E2FB-1A8E-B99384067DA9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942491490" sldId="274"/>
        </pc:sldMkLst>
      </pc:sldChg>
      <pc:sldChg chg="addSp delSp modSp add mod">
        <pc:chgData name="FAIOLA DAVIDE" userId="c9fabab4-66da-4152-8b90-6621047ff6db" providerId="ADAL" clId="{6F58AFF1-820C-4437-9139-91A7DB8F1E14}" dt="2025-07-02T15:24:56.116" v="6504" actId="1076"/>
        <pc:sldMkLst>
          <pc:docMk/>
          <pc:sldMk cId="607534593" sldId="275"/>
        </pc:sldMkLst>
        <pc:picChg chg="add mod">
          <ac:chgData name="FAIOLA DAVIDE" userId="c9fabab4-66da-4152-8b90-6621047ff6db" providerId="ADAL" clId="{6F58AFF1-820C-4437-9139-91A7DB8F1E14}" dt="2025-07-02T15:24:56.116" v="6504" actId="1076"/>
          <ac:picMkLst>
            <pc:docMk/>
            <pc:sldMk cId="607534593" sldId="275"/>
            <ac:picMk id="4" creationId="{F8400F72-B146-582E-1DB7-1CA9B4B7BA58}"/>
          </ac:picMkLst>
        </pc:picChg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3515021522" sldId="275"/>
        </pc:sldMkLst>
      </pc:sldChg>
      <pc:sldChg chg="addSp delSp modSp add mod">
        <pc:chgData name="FAIOLA DAVIDE" userId="c9fabab4-66da-4152-8b90-6621047ff6db" providerId="ADAL" clId="{6F58AFF1-820C-4437-9139-91A7DB8F1E14}" dt="2025-06-27T16:29:51.374" v="2542" actId="1076"/>
        <pc:sldMkLst>
          <pc:docMk/>
          <pc:sldMk cId="3422393589" sldId="276"/>
        </pc:sldMkLst>
        <pc:spChg chg="add mod">
          <ac:chgData name="FAIOLA DAVIDE" userId="c9fabab4-66da-4152-8b90-6621047ff6db" providerId="ADAL" clId="{6F58AFF1-820C-4437-9139-91A7DB8F1E14}" dt="2025-06-27T16:29:38.797" v="2540" actId="20577"/>
          <ac:spMkLst>
            <pc:docMk/>
            <pc:sldMk cId="3422393589" sldId="276"/>
            <ac:spMk id="8" creationId="{6F29A592-F659-AE12-65C9-AEF66C89CC4D}"/>
          </ac:spMkLst>
        </pc:spChg>
        <pc:spChg chg="add mod">
          <ac:chgData name="FAIOLA DAVIDE" userId="c9fabab4-66da-4152-8b90-6621047ff6db" providerId="ADAL" clId="{6F58AFF1-820C-4437-9139-91A7DB8F1E14}" dt="2025-06-27T16:29:51.374" v="2542" actId="1076"/>
          <ac:spMkLst>
            <pc:docMk/>
            <pc:sldMk cId="3422393589" sldId="276"/>
            <ac:spMk id="9" creationId="{D1FF38AC-2B8F-4096-D422-A1CA4FC38F91}"/>
          </ac:spMkLst>
        </pc:spChg>
        <pc:picChg chg="add mod">
          <ac:chgData name="FAIOLA DAVIDE" userId="c9fabab4-66da-4152-8b90-6621047ff6db" providerId="ADAL" clId="{6F58AFF1-820C-4437-9139-91A7DB8F1E14}" dt="2025-06-27T16:29:11.549" v="2526" actId="1076"/>
          <ac:picMkLst>
            <pc:docMk/>
            <pc:sldMk cId="3422393589" sldId="276"/>
            <ac:picMk id="5" creationId="{87973409-93D5-9B03-54E0-345C4C656A57}"/>
          </ac:picMkLst>
        </pc:picChg>
        <pc:picChg chg="add mod">
          <ac:chgData name="FAIOLA DAVIDE" userId="c9fabab4-66da-4152-8b90-6621047ff6db" providerId="ADAL" clId="{6F58AFF1-820C-4437-9139-91A7DB8F1E14}" dt="2025-06-27T16:29:08.821" v="2525" actId="1076"/>
          <ac:picMkLst>
            <pc:docMk/>
            <pc:sldMk cId="3422393589" sldId="276"/>
            <ac:picMk id="7" creationId="{BC19907D-E730-35BA-5D95-ECAEAFB61348}"/>
          </ac:picMkLst>
        </pc:picChg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4011275335" sldId="276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957245444" sldId="277"/>
        </pc:sldMkLst>
      </pc:sldChg>
      <pc:sldChg chg="addSp modSp add mod">
        <pc:chgData name="FAIOLA DAVIDE" userId="c9fabab4-66da-4152-8b90-6621047ff6db" providerId="ADAL" clId="{6F58AFF1-820C-4437-9139-91A7DB8F1E14}" dt="2025-07-03T15:05:43.495" v="6600" actId="113"/>
        <pc:sldMkLst>
          <pc:docMk/>
          <pc:sldMk cId="3226098300" sldId="277"/>
        </pc:sldMkLst>
        <pc:spChg chg="add mod">
          <ac:chgData name="FAIOLA DAVIDE" userId="c9fabab4-66da-4152-8b90-6621047ff6db" providerId="ADAL" clId="{6F58AFF1-820C-4437-9139-91A7DB8F1E14}" dt="2025-07-03T15:05:29.063" v="6596" actId="1076"/>
          <ac:spMkLst>
            <pc:docMk/>
            <pc:sldMk cId="3226098300" sldId="277"/>
            <ac:spMk id="5" creationId="{7D3F0F96-6185-A1C2-0098-841AE976440B}"/>
          </ac:spMkLst>
        </pc:spChg>
        <pc:spChg chg="add mod">
          <ac:chgData name="FAIOLA DAVIDE" userId="c9fabab4-66da-4152-8b90-6621047ff6db" providerId="ADAL" clId="{6F58AFF1-820C-4437-9139-91A7DB8F1E14}" dt="2025-07-03T15:05:43.495" v="6600" actId="113"/>
          <ac:spMkLst>
            <pc:docMk/>
            <pc:sldMk cId="3226098300" sldId="277"/>
            <ac:spMk id="6" creationId="{C0E6B4BB-7664-5F77-3AD1-A5D017C3360E}"/>
          </ac:spMkLst>
        </pc:spChg>
        <pc:spChg chg="add mod">
          <ac:chgData name="FAIOLA DAVIDE" userId="c9fabab4-66da-4152-8b90-6621047ff6db" providerId="ADAL" clId="{6F58AFF1-820C-4437-9139-91A7DB8F1E14}" dt="2025-07-03T15:05:31.529" v="6597" actId="1076"/>
          <ac:spMkLst>
            <pc:docMk/>
            <pc:sldMk cId="3226098300" sldId="277"/>
            <ac:spMk id="8" creationId="{0BF326F6-4146-CC73-A4E6-0D6017A13F3F}"/>
          </ac:spMkLst>
        </pc:spChg>
        <pc:spChg chg="add mod">
          <ac:chgData name="FAIOLA DAVIDE" userId="c9fabab4-66da-4152-8b90-6621047ff6db" providerId="ADAL" clId="{6F58AFF1-820C-4437-9139-91A7DB8F1E14}" dt="2025-07-03T15:05:16.470" v="6595" actId="2085"/>
          <ac:spMkLst>
            <pc:docMk/>
            <pc:sldMk cId="3226098300" sldId="277"/>
            <ac:spMk id="9" creationId="{33BC016A-5138-21F9-0B57-B2667335C990}"/>
          </ac:spMkLst>
        </pc:spChg>
        <pc:picChg chg="add mod">
          <ac:chgData name="FAIOLA DAVIDE" userId="c9fabab4-66da-4152-8b90-6621047ff6db" providerId="ADAL" clId="{6F58AFF1-820C-4437-9139-91A7DB8F1E14}" dt="2025-07-03T15:05:06.674" v="6592" actId="1076"/>
          <ac:picMkLst>
            <pc:docMk/>
            <pc:sldMk cId="3226098300" sldId="277"/>
            <ac:picMk id="4" creationId="{73A0D116-887A-2300-458A-05C4CD25F967}"/>
          </ac:picMkLst>
        </pc:picChg>
        <pc:picChg chg="add mod">
          <ac:chgData name="FAIOLA DAVIDE" userId="c9fabab4-66da-4152-8b90-6621047ff6db" providerId="ADAL" clId="{6F58AFF1-820C-4437-9139-91A7DB8F1E14}" dt="2025-07-03T15:05:02.815" v="6590" actId="1076"/>
          <ac:picMkLst>
            <pc:docMk/>
            <pc:sldMk cId="3226098300" sldId="277"/>
            <ac:picMk id="7" creationId="{2E02882C-295E-6B0B-F36D-CE8DC194CF47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40145945" sldId="278"/>
        </pc:sldMkLst>
      </pc:sldChg>
      <pc:sldChg chg="addSp delSp modSp add mod">
        <pc:chgData name="FAIOLA DAVIDE" userId="c9fabab4-66da-4152-8b90-6621047ff6db" providerId="ADAL" clId="{6F58AFF1-820C-4437-9139-91A7DB8F1E14}" dt="2025-06-27T16:46:08.476" v="3019" actId="1076"/>
        <pc:sldMkLst>
          <pc:docMk/>
          <pc:sldMk cId="1396152230" sldId="278"/>
        </pc:sldMkLst>
        <pc:spChg chg="add mod">
          <ac:chgData name="FAIOLA DAVIDE" userId="c9fabab4-66da-4152-8b90-6621047ff6db" providerId="ADAL" clId="{6F58AFF1-820C-4437-9139-91A7DB8F1E14}" dt="2025-06-27T16:44:14.501" v="2799" actId="1076"/>
          <ac:spMkLst>
            <pc:docMk/>
            <pc:sldMk cId="1396152230" sldId="278"/>
            <ac:spMk id="9" creationId="{024A38F8-D81E-9751-E968-0EE886B4D71F}"/>
          </ac:spMkLst>
        </pc:spChg>
        <pc:spChg chg="add mod">
          <ac:chgData name="FAIOLA DAVIDE" userId="c9fabab4-66da-4152-8b90-6621047ff6db" providerId="ADAL" clId="{6F58AFF1-820C-4437-9139-91A7DB8F1E14}" dt="2025-06-27T16:46:08.476" v="3019" actId="1076"/>
          <ac:spMkLst>
            <pc:docMk/>
            <pc:sldMk cId="1396152230" sldId="278"/>
            <ac:spMk id="10" creationId="{A3968C20-46F6-1242-76F2-FBAC2D3BE9FB}"/>
          </ac:spMkLst>
        </pc:spChg>
        <pc:picChg chg="add mod">
          <ac:chgData name="FAIOLA DAVIDE" userId="c9fabab4-66da-4152-8b90-6621047ff6db" providerId="ADAL" clId="{6F58AFF1-820C-4437-9139-91A7DB8F1E14}" dt="2025-06-27T16:44:12.332" v="2798" actId="14100"/>
          <ac:picMkLst>
            <pc:docMk/>
            <pc:sldMk cId="1396152230" sldId="278"/>
            <ac:picMk id="5" creationId="{402E1FA5-65CC-A1DF-DA71-65B889A7698B}"/>
          </ac:picMkLst>
        </pc:picChg>
      </pc:sldChg>
      <pc:sldChg chg="addSp delSp modSp add mod">
        <pc:chgData name="FAIOLA DAVIDE" userId="c9fabab4-66da-4152-8b90-6621047ff6db" providerId="ADAL" clId="{6F58AFF1-820C-4437-9139-91A7DB8F1E14}" dt="2025-06-28T09:34:11.920" v="3457" actId="20577"/>
        <pc:sldMkLst>
          <pc:docMk/>
          <pc:sldMk cId="2422987290" sldId="279"/>
        </pc:sldMkLst>
        <pc:spChg chg="add mod">
          <ac:chgData name="FAIOLA DAVIDE" userId="c9fabab4-66da-4152-8b90-6621047ff6db" providerId="ADAL" clId="{6F58AFF1-820C-4437-9139-91A7DB8F1E14}" dt="2025-06-28T09:34:11.920" v="3457" actId="20577"/>
          <ac:spMkLst>
            <pc:docMk/>
            <pc:sldMk cId="2422987290" sldId="279"/>
            <ac:spMk id="8" creationId="{FF42A113-B84C-C96A-9B5C-49900F01EE76}"/>
          </ac:spMkLst>
        </pc:spChg>
        <pc:spChg chg="add mod">
          <ac:chgData name="FAIOLA DAVIDE" userId="c9fabab4-66da-4152-8b90-6621047ff6db" providerId="ADAL" clId="{6F58AFF1-820C-4437-9139-91A7DB8F1E14}" dt="2025-06-28T09:19:01.306" v="3210" actId="1076"/>
          <ac:spMkLst>
            <pc:docMk/>
            <pc:sldMk cId="2422987290" sldId="279"/>
            <ac:spMk id="9" creationId="{8AC9CBCE-A254-1A82-CE8F-142DC4291AB2}"/>
          </ac:spMkLst>
        </pc:spChg>
        <pc:picChg chg="add mod">
          <ac:chgData name="FAIOLA DAVIDE" userId="c9fabab4-66da-4152-8b90-6621047ff6db" providerId="ADAL" clId="{6F58AFF1-820C-4437-9139-91A7DB8F1E14}" dt="2025-06-28T09:18:35.253" v="3206" actId="1076"/>
          <ac:picMkLst>
            <pc:docMk/>
            <pc:sldMk cId="2422987290" sldId="279"/>
            <ac:picMk id="5" creationId="{18AF4896-39D5-3CF1-57E8-2F3F1561BAE2}"/>
          </ac:picMkLst>
        </pc:picChg>
        <pc:picChg chg="add mod">
          <ac:chgData name="FAIOLA DAVIDE" userId="c9fabab4-66da-4152-8b90-6621047ff6db" providerId="ADAL" clId="{6F58AFF1-820C-4437-9139-91A7DB8F1E14}" dt="2025-06-28T09:18:38.087" v="3208" actId="1076"/>
          <ac:picMkLst>
            <pc:docMk/>
            <pc:sldMk cId="2422987290" sldId="279"/>
            <ac:picMk id="7" creationId="{0ECC434B-8165-ED7E-D6AE-C4FC0BAE5BAF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265690206" sldId="279"/>
        </pc:sldMkLst>
      </pc:sldChg>
      <pc:sldChg chg="addSp delSp modSp add mod">
        <pc:chgData name="FAIOLA DAVIDE" userId="c9fabab4-66da-4152-8b90-6621047ff6db" providerId="ADAL" clId="{6F58AFF1-820C-4437-9139-91A7DB8F1E14}" dt="2025-06-28T09:49:57.421" v="3840" actId="1076"/>
        <pc:sldMkLst>
          <pc:docMk/>
          <pc:sldMk cId="1281898105" sldId="280"/>
        </pc:sldMkLst>
        <pc:spChg chg="mod">
          <ac:chgData name="FAIOLA DAVIDE" userId="c9fabab4-66da-4152-8b90-6621047ff6db" providerId="ADAL" clId="{6F58AFF1-820C-4437-9139-91A7DB8F1E14}" dt="2025-06-28T09:23:12.170" v="3342" actId="1076"/>
          <ac:spMkLst>
            <pc:docMk/>
            <pc:sldMk cId="1281898105" sldId="280"/>
            <ac:spMk id="3" creationId="{232DD087-4692-961B-E009-D46008471C9F}"/>
          </ac:spMkLst>
        </pc:spChg>
        <pc:spChg chg="add mod">
          <ac:chgData name="FAIOLA DAVIDE" userId="c9fabab4-66da-4152-8b90-6621047ff6db" providerId="ADAL" clId="{6F58AFF1-820C-4437-9139-91A7DB8F1E14}" dt="2025-06-28T09:49:54.752" v="3838" actId="1076"/>
          <ac:spMkLst>
            <pc:docMk/>
            <pc:sldMk cId="1281898105" sldId="280"/>
            <ac:spMk id="6" creationId="{A05F289B-1A65-EA20-DA5A-789C88D5E8AB}"/>
          </ac:spMkLst>
        </pc:spChg>
        <pc:spChg chg="add mod">
          <ac:chgData name="FAIOLA DAVIDE" userId="c9fabab4-66da-4152-8b90-6621047ff6db" providerId="ADAL" clId="{6F58AFF1-820C-4437-9139-91A7DB8F1E14}" dt="2025-06-28T09:49:57.421" v="3840" actId="1076"/>
          <ac:spMkLst>
            <pc:docMk/>
            <pc:sldMk cId="1281898105" sldId="280"/>
            <ac:spMk id="7" creationId="{847CDDA2-6729-2884-3895-042580E9DE12}"/>
          </ac:spMkLst>
        </pc:spChg>
        <pc:picChg chg="add mod">
          <ac:chgData name="FAIOLA DAVIDE" userId="c9fabab4-66da-4152-8b90-6621047ff6db" providerId="ADAL" clId="{6F58AFF1-820C-4437-9139-91A7DB8F1E14}" dt="2025-06-28T09:49:43.965" v="3837" actId="1076"/>
          <ac:picMkLst>
            <pc:docMk/>
            <pc:sldMk cId="1281898105" sldId="280"/>
            <ac:picMk id="5" creationId="{B96CDF98-5D53-C299-6C14-BAD1A88C9B7A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4132896187" sldId="280"/>
        </pc:sldMkLst>
      </pc:sldChg>
      <pc:sldChg chg="addSp delSp modSp add mod">
        <pc:chgData name="FAIOLA DAVIDE" userId="c9fabab4-66da-4152-8b90-6621047ff6db" providerId="ADAL" clId="{6F58AFF1-820C-4437-9139-91A7DB8F1E14}" dt="2025-07-01T18:09:40.790" v="5182" actId="14100"/>
        <pc:sldMkLst>
          <pc:docMk/>
          <pc:sldMk cId="1012756910" sldId="281"/>
        </pc:sldMkLst>
        <pc:spChg chg="add mod">
          <ac:chgData name="FAIOLA DAVIDE" userId="c9fabab4-66da-4152-8b90-6621047ff6db" providerId="ADAL" clId="{6F58AFF1-820C-4437-9139-91A7DB8F1E14}" dt="2025-06-28T09:34:18.574" v="3459" actId="1076"/>
          <ac:spMkLst>
            <pc:docMk/>
            <pc:sldMk cId="1012756910" sldId="281"/>
            <ac:spMk id="10" creationId="{2A9D3C31-576D-1232-97EC-321DB6D3497A}"/>
          </ac:spMkLst>
        </pc:spChg>
        <pc:spChg chg="add mod">
          <ac:chgData name="FAIOLA DAVIDE" userId="c9fabab4-66da-4152-8b90-6621047ff6db" providerId="ADAL" clId="{6F58AFF1-820C-4437-9139-91A7DB8F1E14}" dt="2025-06-28T09:36:07.161" v="3472" actId="1076"/>
          <ac:spMkLst>
            <pc:docMk/>
            <pc:sldMk cId="1012756910" sldId="281"/>
            <ac:spMk id="11" creationId="{53466EA4-F0FA-AE3F-273D-0B1D2AB74A26}"/>
          </ac:spMkLst>
        </pc:spChg>
        <pc:spChg chg="add mod">
          <ac:chgData name="FAIOLA DAVIDE" userId="c9fabab4-66da-4152-8b90-6621047ff6db" providerId="ADAL" clId="{6F58AFF1-820C-4437-9139-91A7DB8F1E14}" dt="2025-06-28T09:39:24.463" v="3680" actId="1076"/>
          <ac:spMkLst>
            <pc:docMk/>
            <pc:sldMk cId="1012756910" sldId="281"/>
            <ac:spMk id="18" creationId="{84B8C7BC-A084-5688-8132-3CC870F7883A}"/>
          </ac:spMkLst>
        </pc:spChg>
        <pc:grpChg chg="add mod">
          <ac:chgData name="FAIOLA DAVIDE" userId="c9fabab4-66da-4152-8b90-6621047ff6db" providerId="ADAL" clId="{6F58AFF1-820C-4437-9139-91A7DB8F1E14}" dt="2025-06-28T09:36:02.114" v="3471" actId="1076"/>
          <ac:grpSpMkLst>
            <pc:docMk/>
            <pc:sldMk cId="1012756910" sldId="281"/>
            <ac:grpSpMk id="17" creationId="{5905ACBD-6918-7134-3457-1DA5BB378C60}"/>
          </ac:grpSpMkLst>
        </pc:grpChg>
        <pc:picChg chg="add mod">
          <ac:chgData name="FAIOLA DAVIDE" userId="c9fabab4-66da-4152-8b90-6621047ff6db" providerId="ADAL" clId="{6F58AFF1-820C-4437-9139-91A7DB8F1E14}" dt="2025-07-01T18:09:40.790" v="5182" actId="14100"/>
          <ac:picMkLst>
            <pc:docMk/>
            <pc:sldMk cId="1012756910" sldId="281"/>
            <ac:picMk id="4" creationId="{83016B85-817A-57AD-C44C-3C67A476FAC3}"/>
          </ac:picMkLst>
        </pc:picChg>
        <pc:picChg chg="add mod">
          <ac:chgData name="FAIOLA DAVIDE" userId="c9fabab4-66da-4152-8b90-6621047ff6db" providerId="ADAL" clId="{6F58AFF1-820C-4437-9139-91A7DB8F1E14}" dt="2025-06-28T09:35:57.862" v="3470" actId="164"/>
          <ac:picMkLst>
            <pc:docMk/>
            <pc:sldMk cId="1012756910" sldId="281"/>
            <ac:picMk id="7" creationId="{CEB4E420-DE2B-7D1A-4E02-AF9CFF420BAD}"/>
          </ac:picMkLst>
        </pc:picChg>
        <pc:cxnChg chg="add mod">
          <ac:chgData name="FAIOLA DAVIDE" userId="c9fabab4-66da-4152-8b90-6621047ff6db" providerId="ADAL" clId="{6F58AFF1-820C-4437-9139-91A7DB8F1E14}" dt="2025-06-28T09:36:50.193" v="3473" actId="208"/>
          <ac:cxnSpMkLst>
            <pc:docMk/>
            <pc:sldMk cId="1012756910" sldId="281"/>
            <ac:cxnSpMk id="13" creationId="{CD95D693-BC4D-2A94-3545-046F10C393F0}"/>
          </ac:cxnSpMkLst>
        </pc:cxnChg>
        <pc:cxnChg chg="add mod">
          <ac:chgData name="FAIOLA DAVIDE" userId="c9fabab4-66da-4152-8b90-6621047ff6db" providerId="ADAL" clId="{6F58AFF1-820C-4437-9139-91A7DB8F1E14}" dt="2025-06-28T09:36:50.193" v="3473" actId="208"/>
          <ac:cxnSpMkLst>
            <pc:docMk/>
            <pc:sldMk cId="1012756910" sldId="281"/>
            <ac:cxnSpMk id="15" creationId="{DFC57287-7442-4326-563E-32B070FBF855}"/>
          </ac:cxnSpMkLst>
        </pc:cxnChg>
        <pc:cxnChg chg="add mod">
          <ac:chgData name="FAIOLA DAVIDE" userId="c9fabab4-66da-4152-8b90-6621047ff6db" providerId="ADAL" clId="{6F58AFF1-820C-4437-9139-91A7DB8F1E14}" dt="2025-06-28T09:36:50.193" v="3473" actId="208"/>
          <ac:cxnSpMkLst>
            <pc:docMk/>
            <pc:sldMk cId="1012756910" sldId="281"/>
            <ac:cxnSpMk id="16" creationId="{F70DC27C-556D-E7EC-00D6-7971261167DE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4241591757" sldId="281"/>
        </pc:sldMkLst>
      </pc:sldChg>
      <pc:sldChg chg="addSp delSp modSp add mod">
        <pc:chgData name="FAIOLA DAVIDE" userId="c9fabab4-66da-4152-8b90-6621047ff6db" providerId="ADAL" clId="{6F58AFF1-820C-4437-9139-91A7DB8F1E14}" dt="2025-06-28T09:54:12.261" v="3916" actId="1076"/>
        <pc:sldMkLst>
          <pc:docMk/>
          <pc:sldMk cId="2859364035" sldId="282"/>
        </pc:sldMkLst>
        <pc:spChg chg="mod">
          <ac:chgData name="FAIOLA DAVIDE" userId="c9fabab4-66da-4152-8b90-6621047ff6db" providerId="ADAL" clId="{6F58AFF1-820C-4437-9139-91A7DB8F1E14}" dt="2025-06-28T09:49:29.510" v="3832" actId="1076"/>
          <ac:spMkLst>
            <pc:docMk/>
            <pc:sldMk cId="2859364035" sldId="282"/>
            <ac:spMk id="3" creationId="{B81B7678-3408-39A9-8314-03F0EF370003}"/>
          </ac:spMkLst>
        </pc:spChg>
        <pc:spChg chg="add mod">
          <ac:chgData name="FAIOLA DAVIDE" userId="c9fabab4-66da-4152-8b90-6621047ff6db" providerId="ADAL" clId="{6F58AFF1-820C-4437-9139-91A7DB8F1E14}" dt="2025-06-28T09:50:10.944" v="3845" actId="1076"/>
          <ac:spMkLst>
            <pc:docMk/>
            <pc:sldMk cId="2859364035" sldId="282"/>
            <ac:spMk id="6" creationId="{32260B2B-B582-D480-3AE6-A3B182A3FF1B}"/>
          </ac:spMkLst>
        </pc:spChg>
        <pc:spChg chg="add mod">
          <ac:chgData name="FAIOLA DAVIDE" userId="c9fabab4-66da-4152-8b90-6621047ff6db" providerId="ADAL" clId="{6F58AFF1-820C-4437-9139-91A7DB8F1E14}" dt="2025-06-28T09:54:12.261" v="3916" actId="1076"/>
          <ac:spMkLst>
            <pc:docMk/>
            <pc:sldMk cId="2859364035" sldId="282"/>
            <ac:spMk id="7" creationId="{559AF2FE-5018-DCBE-C515-21A3E54BAB91}"/>
          </ac:spMkLst>
        </pc:spChg>
        <pc:picChg chg="add mod">
          <ac:chgData name="FAIOLA DAVIDE" userId="c9fabab4-66da-4152-8b90-6621047ff6db" providerId="ADAL" clId="{6F58AFF1-820C-4437-9139-91A7DB8F1E14}" dt="2025-06-28T09:50:08.373" v="3844" actId="1076"/>
          <ac:picMkLst>
            <pc:docMk/>
            <pc:sldMk cId="2859364035" sldId="282"/>
            <ac:picMk id="5" creationId="{96672F71-2E4C-B129-ABAB-82C130633A00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649744062" sldId="283"/>
        </pc:sldMkLst>
      </pc:sldChg>
      <pc:sldChg chg="addSp delSp modSp add mod">
        <pc:chgData name="FAIOLA DAVIDE" userId="c9fabab4-66da-4152-8b90-6621047ff6db" providerId="ADAL" clId="{6F58AFF1-820C-4437-9139-91A7DB8F1E14}" dt="2025-06-28T11:20:20.712" v="4093" actId="1076"/>
        <pc:sldMkLst>
          <pc:docMk/>
          <pc:sldMk cId="730486472" sldId="283"/>
        </pc:sldMkLst>
        <pc:spChg chg="mod">
          <ac:chgData name="FAIOLA DAVIDE" userId="c9fabab4-66da-4152-8b90-6621047ff6db" providerId="ADAL" clId="{6F58AFF1-820C-4437-9139-91A7DB8F1E14}" dt="2025-06-28T10:56:46.242" v="3951" actId="1076"/>
          <ac:spMkLst>
            <pc:docMk/>
            <pc:sldMk cId="730486472" sldId="283"/>
            <ac:spMk id="3" creationId="{1F269320-E51B-F624-7369-70F3AC4FC562}"/>
          </ac:spMkLst>
        </pc:spChg>
        <pc:spChg chg="add mod">
          <ac:chgData name="FAIOLA DAVIDE" userId="c9fabab4-66da-4152-8b90-6621047ff6db" providerId="ADAL" clId="{6F58AFF1-820C-4437-9139-91A7DB8F1E14}" dt="2025-06-28T11:20:20.712" v="4093" actId="1076"/>
          <ac:spMkLst>
            <pc:docMk/>
            <pc:sldMk cId="730486472" sldId="283"/>
            <ac:spMk id="12" creationId="{4BF8DB7D-899B-E62C-BBDE-76D84EF1D70F}"/>
          </ac:spMkLst>
        </pc:spChg>
        <pc:spChg chg="add mod">
          <ac:chgData name="FAIOLA DAVIDE" userId="c9fabab4-66da-4152-8b90-6621047ff6db" providerId="ADAL" clId="{6F58AFF1-820C-4437-9139-91A7DB8F1E14}" dt="2025-06-28T11:02:33.329" v="4030" actId="1076"/>
          <ac:spMkLst>
            <pc:docMk/>
            <pc:sldMk cId="730486472" sldId="283"/>
            <ac:spMk id="13" creationId="{68CC4915-418A-D08E-0991-1046C53AD762}"/>
          </ac:spMkLst>
        </pc:spChg>
        <pc:spChg chg="add mod">
          <ac:chgData name="FAIOLA DAVIDE" userId="c9fabab4-66da-4152-8b90-6621047ff6db" providerId="ADAL" clId="{6F58AFF1-820C-4437-9139-91A7DB8F1E14}" dt="2025-06-28T11:01:10.323" v="4021" actId="313"/>
          <ac:spMkLst>
            <pc:docMk/>
            <pc:sldMk cId="730486472" sldId="283"/>
            <ac:spMk id="14" creationId="{2DB03C59-E554-5591-605C-5E191996D7CB}"/>
          </ac:spMkLst>
        </pc:spChg>
        <pc:spChg chg="add mod">
          <ac:chgData name="FAIOLA DAVIDE" userId="c9fabab4-66da-4152-8b90-6621047ff6db" providerId="ADAL" clId="{6F58AFF1-820C-4437-9139-91A7DB8F1E14}" dt="2025-06-28T11:03:31.622" v="4056" actId="113"/>
          <ac:spMkLst>
            <pc:docMk/>
            <pc:sldMk cId="730486472" sldId="283"/>
            <ac:spMk id="15" creationId="{5BC1D20F-D792-16CA-2824-00A82EFD1B28}"/>
          </ac:spMkLst>
        </pc:spChg>
        <pc:picChg chg="add mod">
          <ac:chgData name="FAIOLA DAVIDE" userId="c9fabab4-66da-4152-8b90-6621047ff6db" providerId="ADAL" clId="{6F58AFF1-820C-4437-9139-91A7DB8F1E14}" dt="2025-06-28T11:02:34.777" v="4031" actId="14100"/>
          <ac:picMkLst>
            <pc:docMk/>
            <pc:sldMk cId="730486472" sldId="283"/>
            <ac:picMk id="4" creationId="{6407D5AF-F67E-C96F-D648-C0785D8101D6}"/>
          </ac:picMkLst>
        </pc:picChg>
        <pc:picChg chg="add mod">
          <ac:chgData name="FAIOLA DAVIDE" userId="c9fabab4-66da-4152-8b90-6621047ff6db" providerId="ADAL" clId="{6F58AFF1-820C-4437-9139-91A7DB8F1E14}" dt="2025-06-28T10:59:10.219" v="3969" actId="1076"/>
          <ac:picMkLst>
            <pc:docMk/>
            <pc:sldMk cId="730486472" sldId="283"/>
            <ac:picMk id="6" creationId="{9A575BDA-B367-FD69-550B-84B24F14CAB9}"/>
          </ac:picMkLst>
        </pc:picChg>
        <pc:cxnChg chg="add mod">
          <ac:chgData name="FAIOLA DAVIDE" userId="c9fabab4-66da-4152-8b90-6621047ff6db" providerId="ADAL" clId="{6F58AFF1-820C-4437-9139-91A7DB8F1E14}" dt="2025-06-28T11:00:01.704" v="3975" actId="1076"/>
          <ac:cxnSpMkLst>
            <pc:docMk/>
            <pc:sldMk cId="730486472" sldId="283"/>
            <ac:cxnSpMk id="9" creationId="{017C9F03-AEFB-95E7-B2A6-9F27EDE44AF6}"/>
          </ac:cxnSpMkLst>
        </pc:cxnChg>
        <pc:cxnChg chg="add mod">
          <ac:chgData name="FAIOLA DAVIDE" userId="c9fabab4-66da-4152-8b90-6621047ff6db" providerId="ADAL" clId="{6F58AFF1-820C-4437-9139-91A7DB8F1E14}" dt="2025-06-28T11:00:05.073" v="3977" actId="1076"/>
          <ac:cxnSpMkLst>
            <pc:docMk/>
            <pc:sldMk cId="730486472" sldId="283"/>
            <ac:cxnSpMk id="11" creationId="{821B8B8F-03EE-E9A4-A86A-4657EFE1E776}"/>
          </ac:cxnSpMkLst>
        </pc:cxnChg>
      </pc:sldChg>
      <pc:sldChg chg="addSp modSp add mod">
        <pc:chgData name="FAIOLA DAVIDE" userId="c9fabab4-66da-4152-8b90-6621047ff6db" providerId="ADAL" clId="{6F58AFF1-820C-4437-9139-91A7DB8F1E14}" dt="2025-06-28T11:02:23.554" v="4029" actId="1076"/>
        <pc:sldMkLst>
          <pc:docMk/>
          <pc:sldMk cId="1829712374" sldId="284"/>
        </pc:sldMkLst>
        <pc:spChg chg="mod">
          <ac:chgData name="FAIOLA DAVIDE" userId="c9fabab4-66da-4152-8b90-6621047ff6db" providerId="ADAL" clId="{6F58AFF1-820C-4437-9139-91A7DB8F1E14}" dt="2025-06-28T11:02:06.313" v="4026" actId="1076"/>
          <ac:spMkLst>
            <pc:docMk/>
            <pc:sldMk cId="1829712374" sldId="284"/>
            <ac:spMk id="3" creationId="{877A742F-D1D7-8F02-02BC-8EE7BB8EE6D9}"/>
          </ac:spMkLst>
        </pc:spChg>
        <pc:spChg chg="add mod">
          <ac:chgData name="FAIOLA DAVIDE" userId="c9fabab4-66da-4152-8b90-6621047ff6db" providerId="ADAL" clId="{6F58AFF1-820C-4437-9139-91A7DB8F1E14}" dt="2025-06-28T11:02:23.554" v="4029" actId="1076"/>
          <ac:spMkLst>
            <pc:docMk/>
            <pc:sldMk cId="1829712374" sldId="284"/>
            <ac:spMk id="5" creationId="{0DC7B6F1-1D0E-A5F3-DF6D-E59BC24BB019}"/>
          </ac:spMkLst>
        </pc:spChg>
        <pc:picChg chg="add mod">
          <ac:chgData name="FAIOLA DAVIDE" userId="c9fabab4-66da-4152-8b90-6621047ff6db" providerId="ADAL" clId="{6F58AFF1-820C-4437-9139-91A7DB8F1E14}" dt="2025-06-28T11:02:08.291" v="4027" actId="1076"/>
          <ac:picMkLst>
            <pc:docMk/>
            <pc:sldMk cId="1829712374" sldId="284"/>
            <ac:picMk id="4" creationId="{1FA43458-D9BC-B661-4251-345AE6E9ACF6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193814584" sldId="284"/>
        </pc:sldMkLst>
      </pc:sldChg>
      <pc:sldChg chg="addSp delSp modSp add mod">
        <pc:chgData name="FAIOLA DAVIDE" userId="c9fabab4-66da-4152-8b90-6621047ff6db" providerId="ADAL" clId="{6F58AFF1-820C-4437-9139-91A7DB8F1E14}" dt="2025-07-02T17:29:31.607" v="6505" actId="1076"/>
        <pc:sldMkLst>
          <pc:docMk/>
          <pc:sldMk cId="372771457" sldId="285"/>
        </pc:sldMkLst>
        <pc:spChg chg="mod">
          <ac:chgData name="FAIOLA DAVIDE" userId="c9fabab4-66da-4152-8b90-6621047ff6db" providerId="ADAL" clId="{6F58AFF1-820C-4437-9139-91A7DB8F1E14}" dt="2025-06-28T11:49:58.341" v="4735" actId="1076"/>
          <ac:spMkLst>
            <pc:docMk/>
            <pc:sldMk cId="372771457" sldId="285"/>
            <ac:spMk id="7" creationId="{BC7BE2A9-21DC-489D-B60B-B67901FD0DE9}"/>
          </ac:spMkLst>
        </pc:spChg>
        <pc:spChg chg="mod">
          <ac:chgData name="FAIOLA DAVIDE" userId="c9fabab4-66da-4152-8b90-6621047ff6db" providerId="ADAL" clId="{6F58AFF1-820C-4437-9139-91A7DB8F1E14}" dt="2025-06-28T11:51:08.678" v="4783" actId="1076"/>
          <ac:spMkLst>
            <pc:docMk/>
            <pc:sldMk cId="372771457" sldId="285"/>
            <ac:spMk id="9" creationId="{24F8AA23-4BAE-BA6C-7673-148B82FD8BCF}"/>
          </ac:spMkLst>
        </pc:spChg>
        <pc:spChg chg="mod">
          <ac:chgData name="FAIOLA DAVIDE" userId="c9fabab4-66da-4152-8b90-6621047ff6db" providerId="ADAL" clId="{6F58AFF1-820C-4437-9139-91A7DB8F1E14}" dt="2025-06-28T22:42:24.734" v="5142"/>
          <ac:spMkLst>
            <pc:docMk/>
            <pc:sldMk cId="372771457" sldId="285"/>
            <ac:spMk id="10" creationId="{B3365101-C438-31C9-A044-C3C02DA7FD63}"/>
          </ac:spMkLst>
        </pc:spChg>
        <pc:spChg chg="add mod">
          <ac:chgData name="FAIOLA DAVIDE" userId="c9fabab4-66da-4152-8b90-6621047ff6db" providerId="ADAL" clId="{6F58AFF1-820C-4437-9139-91A7DB8F1E14}" dt="2025-07-01T19:40:15.477" v="6404" actId="313"/>
          <ac:spMkLst>
            <pc:docMk/>
            <pc:sldMk cId="372771457" sldId="285"/>
            <ac:spMk id="11" creationId="{FA5847E3-01DE-8AB0-CC49-A7C92332B914}"/>
          </ac:spMkLst>
        </pc:spChg>
        <pc:picChg chg="add mod">
          <ac:chgData name="FAIOLA DAVIDE" userId="c9fabab4-66da-4152-8b90-6621047ff6db" providerId="ADAL" clId="{6F58AFF1-820C-4437-9139-91A7DB8F1E14}" dt="2025-07-02T17:29:31.607" v="6505" actId="1076"/>
          <ac:picMkLst>
            <pc:docMk/>
            <pc:sldMk cId="372771457" sldId="285"/>
            <ac:picMk id="3" creationId="{7D68CC09-DD10-7D90-F6F4-E7B7D4A3FDBD}"/>
          </ac:picMkLst>
        </pc:pic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714446100" sldId="285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105686530" sldId="286"/>
        </pc:sldMkLst>
      </pc:sldChg>
      <pc:sldChg chg="addSp delSp modSp add mod">
        <pc:chgData name="FAIOLA DAVIDE" userId="c9fabab4-66da-4152-8b90-6621047ff6db" providerId="ADAL" clId="{6F58AFF1-820C-4437-9139-91A7DB8F1E14}" dt="2025-07-04T07:25:55.717" v="6641" actId="1076"/>
        <pc:sldMkLst>
          <pc:docMk/>
          <pc:sldMk cId="3242080389" sldId="286"/>
        </pc:sldMkLst>
        <pc:spChg chg="add mod">
          <ac:chgData name="FAIOLA DAVIDE" userId="c9fabab4-66da-4152-8b90-6621047ff6db" providerId="ADAL" clId="{6F58AFF1-820C-4437-9139-91A7DB8F1E14}" dt="2025-07-04T07:21:09.703" v="6609" actId="113"/>
          <ac:spMkLst>
            <pc:docMk/>
            <pc:sldMk cId="3242080389" sldId="286"/>
            <ac:spMk id="6" creationId="{1DE21B8D-5E21-5B9C-628E-C5BCE7581EBB}"/>
          </ac:spMkLst>
        </pc:spChg>
        <pc:spChg chg="mod">
          <ac:chgData name="FAIOLA DAVIDE" userId="c9fabab4-66da-4152-8b90-6621047ff6db" providerId="ADAL" clId="{6F58AFF1-820C-4437-9139-91A7DB8F1E14}" dt="2025-07-01T19:36:08.838" v="6316" actId="1076"/>
          <ac:spMkLst>
            <pc:docMk/>
            <pc:sldMk cId="3242080389" sldId="286"/>
            <ac:spMk id="11" creationId="{9EDB8C31-E708-2F9C-E807-988BDB276B34}"/>
          </ac:spMkLst>
        </pc:spChg>
        <pc:spChg chg="add mod">
          <ac:chgData name="FAIOLA DAVIDE" userId="c9fabab4-66da-4152-8b90-6621047ff6db" providerId="ADAL" clId="{6F58AFF1-820C-4437-9139-91A7DB8F1E14}" dt="2025-07-04T07:22:00.643" v="6623" actId="1076"/>
          <ac:spMkLst>
            <pc:docMk/>
            <pc:sldMk cId="3242080389" sldId="286"/>
            <ac:spMk id="14" creationId="{B8637BD7-5D2E-52D1-E6E5-C7B17B37C426}"/>
          </ac:spMkLst>
        </pc:spChg>
        <pc:spChg chg="add del mod">
          <ac:chgData name="FAIOLA DAVIDE" userId="c9fabab4-66da-4152-8b90-6621047ff6db" providerId="ADAL" clId="{6F58AFF1-820C-4437-9139-91A7DB8F1E14}" dt="2025-07-01T19:36:19.365" v="6318" actId="1076"/>
          <ac:spMkLst>
            <pc:docMk/>
            <pc:sldMk cId="3242080389" sldId="286"/>
            <ac:spMk id="23" creationId="{DC7AF05F-EFEF-F315-C0DA-70E0F0A3E63F}"/>
          </ac:spMkLst>
        </pc:spChg>
        <pc:picChg chg="mod">
          <ac:chgData name="FAIOLA DAVIDE" userId="c9fabab4-66da-4152-8b90-6621047ff6db" providerId="ADAL" clId="{6F58AFF1-820C-4437-9139-91A7DB8F1E14}" dt="2025-07-01T19:36:04.846" v="6314" actId="1076"/>
          <ac:picMkLst>
            <pc:docMk/>
            <pc:sldMk cId="3242080389" sldId="286"/>
            <ac:picMk id="4" creationId="{F23C223F-8D38-C193-5CA0-6F8DC94F4F7B}"/>
          </ac:picMkLst>
        </pc:picChg>
        <pc:picChg chg="mod">
          <ac:chgData name="FAIOLA DAVIDE" userId="c9fabab4-66da-4152-8b90-6621047ff6db" providerId="ADAL" clId="{6F58AFF1-820C-4437-9139-91A7DB8F1E14}" dt="2025-07-01T19:36:06.541" v="6315" actId="1076"/>
          <ac:picMkLst>
            <pc:docMk/>
            <pc:sldMk cId="3242080389" sldId="286"/>
            <ac:picMk id="5" creationId="{093B62F6-2192-5E5E-56FB-047F7250670A}"/>
          </ac:picMkLst>
        </pc:picChg>
        <pc:picChg chg="add mod modCrop">
          <ac:chgData name="FAIOLA DAVIDE" userId="c9fabab4-66da-4152-8b90-6621047ff6db" providerId="ADAL" clId="{6F58AFF1-820C-4437-9139-91A7DB8F1E14}" dt="2025-07-04T07:25:55.717" v="6641" actId="1076"/>
          <ac:picMkLst>
            <pc:docMk/>
            <pc:sldMk cId="3242080389" sldId="286"/>
            <ac:picMk id="21" creationId="{AB3E7B45-3E69-43DD-826A-7D145C5D8430}"/>
          </ac:picMkLst>
        </pc:picChg>
        <pc:cxnChg chg="add mod">
          <ac:chgData name="FAIOLA DAVIDE" userId="c9fabab4-66da-4152-8b90-6621047ff6db" providerId="ADAL" clId="{6F58AFF1-820C-4437-9139-91A7DB8F1E14}" dt="2025-07-04T07:21:23.347" v="6615" actId="14100"/>
          <ac:cxnSpMkLst>
            <pc:docMk/>
            <pc:sldMk cId="3242080389" sldId="286"/>
            <ac:cxnSpMk id="8" creationId="{E295F834-3A84-1990-81BC-B2919D130076}"/>
          </ac:cxnSpMkLst>
        </pc:cxnChg>
        <pc:cxnChg chg="add mod">
          <ac:chgData name="FAIOLA DAVIDE" userId="c9fabab4-66da-4152-8b90-6621047ff6db" providerId="ADAL" clId="{6F58AFF1-820C-4437-9139-91A7DB8F1E14}" dt="2025-07-04T07:22:12.780" v="6629" actId="14100"/>
          <ac:cxnSpMkLst>
            <pc:docMk/>
            <pc:sldMk cId="3242080389" sldId="286"/>
            <ac:cxnSpMk id="15" creationId="{CECE4BE1-0FED-99B0-2BCD-1C27765F7263}"/>
          </ac:cxnSpMkLst>
        </pc:cxnChg>
        <pc:cxnChg chg="mod">
          <ac:chgData name="FAIOLA DAVIDE" userId="c9fabab4-66da-4152-8b90-6621047ff6db" providerId="ADAL" clId="{6F58AFF1-820C-4437-9139-91A7DB8F1E14}" dt="2025-07-01T19:36:22.830" v="6320" actId="1076"/>
          <ac:cxnSpMkLst>
            <pc:docMk/>
            <pc:sldMk cId="3242080389" sldId="286"/>
            <ac:cxnSpMk id="20" creationId="{2EED8556-609F-8DF0-9D66-A95E081F19D0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744582053" sldId="287"/>
        </pc:sldMkLst>
      </pc:sldChg>
      <pc:sldChg chg="addSp delSp modSp add mod ord">
        <pc:chgData name="FAIOLA DAVIDE" userId="c9fabab4-66da-4152-8b90-6621047ff6db" providerId="ADAL" clId="{6F58AFF1-820C-4437-9139-91A7DB8F1E14}" dt="2025-07-01T19:31:28.303" v="6079" actId="1076"/>
        <pc:sldMkLst>
          <pc:docMk/>
          <pc:sldMk cId="1951825462" sldId="287"/>
        </pc:sldMkLst>
        <pc:spChg chg="mod">
          <ac:chgData name="FAIOLA DAVIDE" userId="c9fabab4-66da-4152-8b90-6621047ff6db" providerId="ADAL" clId="{6F58AFF1-820C-4437-9139-91A7DB8F1E14}" dt="2025-07-01T19:31:19.591" v="6078" actId="1076"/>
          <ac:spMkLst>
            <pc:docMk/>
            <pc:sldMk cId="1951825462" sldId="287"/>
            <ac:spMk id="7" creationId="{DC157BB1-E2ED-27CE-8CE2-7B5DD722F76F}"/>
          </ac:spMkLst>
        </pc:spChg>
        <pc:spChg chg="mod">
          <ac:chgData name="FAIOLA DAVIDE" userId="c9fabab4-66da-4152-8b90-6621047ff6db" providerId="ADAL" clId="{6F58AFF1-820C-4437-9139-91A7DB8F1E14}" dt="2025-07-01T19:31:28.303" v="6079" actId="1076"/>
          <ac:spMkLst>
            <pc:docMk/>
            <pc:sldMk cId="1951825462" sldId="287"/>
            <ac:spMk id="9" creationId="{F1879B66-2B8F-3A0B-367D-ED94AF7B00C2}"/>
          </ac:spMkLst>
        </pc:spChg>
        <pc:spChg chg="mod">
          <ac:chgData name="FAIOLA DAVIDE" userId="c9fabab4-66da-4152-8b90-6621047ff6db" providerId="ADAL" clId="{6F58AFF1-820C-4437-9139-91A7DB8F1E14}" dt="2025-07-01T19:31:12.735" v="6077" actId="20577"/>
          <ac:spMkLst>
            <pc:docMk/>
            <pc:sldMk cId="1951825462" sldId="287"/>
            <ac:spMk id="11" creationId="{5AE01AB9-B89D-2096-E376-0634C3BFEA95}"/>
          </ac:spMkLst>
        </pc:spChg>
        <pc:picChg chg="add mod">
          <ac:chgData name="FAIOLA DAVIDE" userId="c9fabab4-66da-4152-8b90-6621047ff6db" providerId="ADAL" clId="{6F58AFF1-820C-4437-9139-91A7DB8F1E14}" dt="2025-07-01T19:28:32.319" v="5739" actId="1076"/>
          <ac:picMkLst>
            <pc:docMk/>
            <pc:sldMk cId="1951825462" sldId="287"/>
            <ac:picMk id="4" creationId="{C281E728-D417-C02F-16D2-923F568DE507}"/>
          </ac:picMkLst>
        </pc:picChg>
        <pc:cxnChg chg="add mod">
          <ac:chgData name="FAIOLA DAVIDE" userId="c9fabab4-66da-4152-8b90-6621047ff6db" providerId="ADAL" clId="{6F58AFF1-820C-4437-9139-91A7DB8F1E14}" dt="2025-07-01T19:29:04.924" v="5743" actId="1582"/>
          <ac:cxnSpMkLst>
            <pc:docMk/>
            <pc:sldMk cId="1951825462" sldId="287"/>
            <ac:cxnSpMk id="6" creationId="{4D8C279C-05FB-C689-6841-2F4EB1DEEB98}"/>
          </ac:cxnSpMkLst>
        </pc:cxnChg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969449897" sldId="288"/>
        </pc:sldMkLst>
      </pc:sldChg>
      <pc:sldChg chg="addSp delSp modSp add mod ord">
        <pc:chgData name="FAIOLA DAVIDE" userId="c9fabab4-66da-4152-8b90-6621047ff6db" providerId="ADAL" clId="{6F58AFF1-820C-4437-9139-91A7DB8F1E14}" dt="2025-07-01T19:34:50.856" v="6298" actId="14100"/>
        <pc:sldMkLst>
          <pc:docMk/>
          <pc:sldMk cId="1698087504" sldId="288"/>
        </pc:sldMkLst>
        <pc:spChg chg="add mod">
          <ac:chgData name="FAIOLA DAVIDE" userId="c9fabab4-66da-4152-8b90-6621047ff6db" providerId="ADAL" clId="{6F58AFF1-820C-4437-9139-91A7DB8F1E14}" dt="2025-07-01T19:34:29.886" v="6286" actId="1076"/>
          <ac:spMkLst>
            <pc:docMk/>
            <pc:sldMk cId="1698087504" sldId="288"/>
            <ac:spMk id="6" creationId="{BDDFBFD4-1DF7-2D9D-5510-9281AA883EBF}"/>
          </ac:spMkLst>
        </pc:spChg>
        <pc:spChg chg="add mod">
          <ac:chgData name="FAIOLA DAVIDE" userId="c9fabab4-66da-4152-8b90-6621047ff6db" providerId="ADAL" clId="{6F58AFF1-820C-4437-9139-91A7DB8F1E14}" dt="2025-07-01T19:34:50.856" v="6298" actId="14100"/>
          <ac:spMkLst>
            <pc:docMk/>
            <pc:sldMk cId="1698087504" sldId="288"/>
            <ac:spMk id="7" creationId="{0FDD409F-E36A-EAA6-93DE-69F7D8F0687A}"/>
          </ac:spMkLst>
        </pc:spChg>
        <pc:picChg chg="add mod">
          <ac:chgData name="FAIOLA DAVIDE" userId="c9fabab4-66da-4152-8b90-6621047ff6db" providerId="ADAL" clId="{6F58AFF1-820C-4437-9139-91A7DB8F1E14}" dt="2025-07-01T19:32:18.128" v="6089" actId="1076"/>
          <ac:picMkLst>
            <pc:docMk/>
            <pc:sldMk cId="1698087504" sldId="288"/>
            <ac:picMk id="2" creationId="{465DBCCF-F440-825B-5500-47A47A3AF05C}"/>
          </ac:picMkLst>
        </pc:picChg>
        <pc:picChg chg="add mod">
          <ac:chgData name="FAIOLA DAVIDE" userId="c9fabab4-66da-4152-8b90-6621047ff6db" providerId="ADAL" clId="{6F58AFF1-820C-4437-9139-91A7DB8F1E14}" dt="2025-07-01T19:32:18.128" v="6089" actId="1076"/>
          <ac:picMkLst>
            <pc:docMk/>
            <pc:sldMk cId="1698087504" sldId="288"/>
            <ac:picMk id="4" creationId="{E96CB40D-B8F7-23BE-C773-ECD378849885}"/>
          </ac:picMkLst>
        </pc:picChg>
        <pc:cxnChg chg="add mod">
          <ac:chgData name="FAIOLA DAVIDE" userId="c9fabab4-66da-4152-8b90-6621047ff6db" providerId="ADAL" clId="{6F58AFF1-820C-4437-9139-91A7DB8F1E14}" dt="2025-07-01T19:34:28.031" v="6285" actId="14100"/>
          <ac:cxnSpMkLst>
            <pc:docMk/>
            <pc:sldMk cId="1698087504" sldId="288"/>
            <ac:cxnSpMk id="5" creationId="{93864C40-A198-2049-ED84-491DA0DBD9CA}"/>
          </ac:cxnSpMkLst>
        </pc:cxnChg>
      </pc:sldChg>
      <pc:sldChg chg="addSp delSp modSp add mod">
        <pc:chgData name="FAIOLA DAVIDE" userId="c9fabab4-66da-4152-8b90-6621047ff6db" providerId="ADAL" clId="{6F58AFF1-820C-4437-9139-91A7DB8F1E14}" dt="2025-07-03T15:43:38.475" v="6602" actId="1076"/>
        <pc:sldMkLst>
          <pc:docMk/>
          <pc:sldMk cId="194433886" sldId="289"/>
        </pc:sldMkLst>
        <pc:spChg chg="mod">
          <ac:chgData name="FAIOLA DAVIDE" userId="c9fabab4-66da-4152-8b90-6621047ff6db" providerId="ADAL" clId="{6F58AFF1-820C-4437-9139-91A7DB8F1E14}" dt="2025-07-03T15:03:21.601" v="6582" actId="1076"/>
          <ac:spMkLst>
            <pc:docMk/>
            <pc:sldMk cId="194433886" sldId="289"/>
            <ac:spMk id="5" creationId="{FDD115EA-C701-697E-E299-00D9375304AB}"/>
          </ac:spMkLst>
        </pc:spChg>
        <pc:spChg chg="mod">
          <ac:chgData name="FAIOLA DAVIDE" userId="c9fabab4-66da-4152-8b90-6621047ff6db" providerId="ADAL" clId="{6F58AFF1-820C-4437-9139-91A7DB8F1E14}" dt="2025-07-03T15:02:42.449" v="6578" actId="14100"/>
          <ac:spMkLst>
            <pc:docMk/>
            <pc:sldMk cId="194433886" sldId="289"/>
            <ac:spMk id="6" creationId="{7DEE4835-7D95-64AF-F385-3440F26C6478}"/>
          </ac:spMkLst>
        </pc:spChg>
        <pc:picChg chg="del">
          <ac:chgData name="FAIOLA DAVIDE" userId="c9fabab4-66da-4152-8b90-6621047ff6db" providerId="ADAL" clId="{6F58AFF1-820C-4437-9139-91A7DB8F1E14}" dt="2025-07-03T15:00:49.559" v="6545" actId="478"/>
          <ac:picMkLst>
            <pc:docMk/>
            <pc:sldMk cId="194433886" sldId="289"/>
            <ac:picMk id="3" creationId="{1B2057A5-A8A7-00D7-5A31-93B39964DB4A}"/>
          </ac:picMkLst>
        </pc:picChg>
        <pc:picChg chg="add mod">
          <ac:chgData name="FAIOLA DAVIDE" userId="c9fabab4-66da-4152-8b90-6621047ff6db" providerId="ADAL" clId="{6F58AFF1-820C-4437-9139-91A7DB8F1E14}" dt="2025-07-03T15:02:14.748" v="6549" actId="1076"/>
          <ac:picMkLst>
            <pc:docMk/>
            <pc:sldMk cId="194433886" sldId="289"/>
            <ac:picMk id="7" creationId="{E0CF8700-9258-1D26-4361-D02C4D28DDBE}"/>
          </ac:picMkLst>
        </pc:picChg>
        <pc:picChg chg="add mod">
          <ac:chgData name="FAIOLA DAVIDE" userId="c9fabab4-66da-4152-8b90-6621047ff6db" providerId="ADAL" clId="{6F58AFF1-820C-4437-9139-91A7DB8F1E14}" dt="2025-07-03T15:43:38.475" v="6602" actId="1076"/>
          <ac:picMkLst>
            <pc:docMk/>
            <pc:sldMk cId="194433886" sldId="289"/>
            <ac:picMk id="9" creationId="{2D336AED-D4EF-4331-D482-C1DD4A203B18}"/>
          </ac:picMkLst>
        </pc:picChg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407597838" sldId="289"/>
        </pc:sldMkLst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1219161147" sldId="290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912153404" sldId="291"/>
        </pc:sldMkLst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3730222275" sldId="292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215598480" sldId="294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891027271" sldId="295"/>
        </pc:sldMkLst>
      </pc:sldChg>
      <pc:sldChg chg="del">
        <pc:chgData name="FAIOLA DAVIDE" userId="c9fabab4-66da-4152-8b90-6621047ff6db" providerId="ADAL" clId="{6F58AFF1-820C-4437-9139-91A7DB8F1E14}" dt="2025-06-27T12:16:01.586" v="141" actId="47"/>
        <pc:sldMkLst>
          <pc:docMk/>
          <pc:sldMk cId="1099980338" sldId="296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692479463" sldId="297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3992997790" sldId="298"/>
        </pc:sldMkLst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2755896881" sldId="299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2385693269" sldId="300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2702237496" sldId="301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449530996" sldId="302"/>
        </pc:sldMkLst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1427258148" sldId="303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1216894319" sldId="304"/>
        </pc:sldMkLst>
      </pc:sldChg>
      <pc:sldChg chg="del">
        <pc:chgData name="FAIOLA DAVIDE" userId="c9fabab4-66da-4152-8b90-6621047ff6db" providerId="ADAL" clId="{6F58AFF1-820C-4437-9139-91A7DB8F1E14}" dt="2025-06-27T12:17:06.641" v="143" actId="47"/>
        <pc:sldMkLst>
          <pc:docMk/>
          <pc:sldMk cId="168663491" sldId="305"/>
        </pc:sldMkLst>
      </pc:sldChg>
      <pc:sldChg chg="del">
        <pc:chgData name="FAIOLA DAVIDE" userId="c9fabab4-66da-4152-8b90-6621047ff6db" providerId="ADAL" clId="{6F58AFF1-820C-4437-9139-91A7DB8F1E14}" dt="2025-06-27T12:16:52.225" v="142" actId="47"/>
        <pc:sldMkLst>
          <pc:docMk/>
          <pc:sldMk cId="2916958810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4916A-3237-4C97-BDD6-D8C29BCEF0AC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98D8B-3EAE-4465-B59A-E32A20221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98D8B-3EAE-4465-B59A-E32A2022138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89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98D8B-3EAE-4465-B59A-E32A202213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3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04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14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04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899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183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45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972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593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99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972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630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59CAA-013D-421D-A2A1-AE345E3B00B2}" type="datetimeFigureOut">
              <a:rPr lang="it-IT" smtClean="0"/>
              <a:t>04/07/2025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7A9B6-24A9-47FC-8BAF-5C6AB882DD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538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1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2793F61-2643-F946-85EA-E10DEA6E13DA}"/>
              </a:ext>
            </a:extLst>
          </p:cNvPr>
          <p:cNvSpPr txBox="1"/>
          <p:nvPr/>
        </p:nvSpPr>
        <p:spPr>
          <a:xfrm>
            <a:off x="733649" y="3414881"/>
            <a:ext cx="987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3">
                    <a:lumMod val="50000"/>
                  </a:schemeClr>
                </a:solidFill>
              </a:rPr>
              <a:t>Project 3 - Control of a chain of mass-spring-damper systems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41305E-DF64-78DF-EE9E-3435D7EF8CC5}"/>
              </a:ext>
            </a:extLst>
          </p:cNvPr>
          <p:cNvSpPr txBox="1"/>
          <p:nvPr/>
        </p:nvSpPr>
        <p:spPr>
          <a:xfrm>
            <a:off x="733879" y="3903127"/>
            <a:ext cx="6963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noProof="0" dirty="0">
                <a:solidFill>
                  <a:srgbClr val="C00000"/>
                </a:solidFill>
              </a:rPr>
              <a:t>Industrial Control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FAABAD-D0DB-836C-6DA8-191330FABA85}"/>
              </a:ext>
            </a:extLst>
          </p:cNvPr>
          <p:cNvSpPr txBox="1"/>
          <p:nvPr/>
        </p:nvSpPr>
        <p:spPr>
          <a:xfrm>
            <a:off x="733879" y="4501562"/>
            <a:ext cx="4939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Faiola, Davide    ID:[563969]</a:t>
            </a:r>
          </a:p>
          <a:p>
            <a:r>
              <a:rPr lang="en-US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Goldsmits</a:t>
            </a:r>
            <a:r>
              <a:rPr 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Ybarra, Sergi    ID:[554495]</a:t>
            </a:r>
          </a:p>
          <a:p>
            <a:r>
              <a:rPr 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Scerbo, Serena   ID:[567233]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D89B007-FEAD-AAE6-9435-C2B7DC4348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6" y="187277"/>
            <a:ext cx="3447016" cy="905175"/>
          </a:xfrm>
          <a:prstGeom prst="rect">
            <a:avLst/>
          </a:prstGeom>
        </p:spPr>
      </p:pic>
      <p:sp>
        <p:nvSpPr>
          <p:cNvPr id="8" name="CuadroTexto 1">
            <a:extLst>
              <a:ext uri="{FF2B5EF4-FFF2-40B4-BE49-F238E27FC236}">
                <a16:creationId xmlns:a16="http://schemas.microsoft.com/office/drawing/2014/main" id="{5B1A5E2F-3C0A-632F-5336-30D24124A989}"/>
              </a:ext>
            </a:extLst>
          </p:cNvPr>
          <p:cNvSpPr txBox="1"/>
          <p:nvPr/>
        </p:nvSpPr>
        <p:spPr>
          <a:xfrm>
            <a:off x="903571" y="904996"/>
            <a:ext cx="3229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noProof="0" dirty="0">
                <a:solidFill>
                  <a:schemeClr val="bg1">
                    <a:lumMod val="50000"/>
                  </a:schemeClr>
                </a:solidFill>
              </a:rPr>
              <a:t>Dipartimento di ingegneria industriale e dell’informazione</a:t>
            </a:r>
          </a:p>
        </p:txBody>
      </p:sp>
    </p:spTree>
    <p:extLst>
      <p:ext uri="{BB962C8B-B14F-4D97-AF65-F5344CB8AC3E}">
        <p14:creationId xmlns:p14="http://schemas.microsoft.com/office/powerpoint/2010/main" val="128329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62D37-1573-4274-985C-855CCD09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E2110639-6B35-C218-DC7A-9077218E377F}"/>
              </a:ext>
            </a:extLst>
          </p:cNvPr>
          <p:cNvSpPr txBox="1"/>
          <p:nvPr/>
        </p:nvSpPr>
        <p:spPr>
          <a:xfrm>
            <a:off x="468783" y="317431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012FD-A5AA-9231-386D-4B17FD6B09EA}"/>
              </a:ext>
            </a:extLst>
          </p:cNvPr>
          <p:cNvSpPr txBox="1"/>
          <p:nvPr/>
        </p:nvSpPr>
        <p:spPr>
          <a:xfrm>
            <a:off x="6319291" y="1053423"/>
            <a:ext cx="4386943" cy="38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accent3">
                    <a:lumMod val="50000"/>
                  </a:schemeClr>
                </a:solidFill>
              </a:rPr>
              <a:t>chain of mass-spring-damper system</a:t>
            </a:r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598B42-C53E-B7F1-17DB-BCBA87C1E76A}"/>
              </a:ext>
            </a:extLst>
          </p:cNvPr>
          <p:cNvGrpSpPr/>
          <p:nvPr/>
        </p:nvGrpSpPr>
        <p:grpSpPr>
          <a:xfrm>
            <a:off x="127045" y="612715"/>
            <a:ext cx="5476314" cy="1233201"/>
            <a:chOff x="226919" y="870640"/>
            <a:chExt cx="5869081" cy="13718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4C554F-ED73-D50E-EA3F-B4684ED8E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919" y="870640"/>
              <a:ext cx="5869081" cy="137181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379519-6AFE-77F4-1483-FF6AF348629D}"/>
                </a:ext>
              </a:extLst>
            </p:cNvPr>
            <p:cNvSpPr/>
            <p:nvPr/>
          </p:nvSpPr>
          <p:spPr>
            <a:xfrm>
              <a:off x="1290084" y="1311349"/>
              <a:ext cx="772632" cy="510363"/>
            </a:xfrm>
            <a:prstGeom prst="rect">
              <a:avLst/>
            </a:prstGeom>
            <a:solidFill>
              <a:srgbClr val="B131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1E7710-AA1F-2621-A909-A495629C845D}"/>
                </a:ext>
              </a:extLst>
            </p:cNvPr>
            <p:cNvSpPr/>
            <p:nvPr/>
          </p:nvSpPr>
          <p:spPr>
            <a:xfrm>
              <a:off x="2604977" y="1311348"/>
              <a:ext cx="772632" cy="510363"/>
            </a:xfrm>
            <a:prstGeom prst="rect">
              <a:avLst/>
            </a:prstGeom>
            <a:solidFill>
              <a:srgbClr val="B131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EBBFFC-FBA8-20BD-DB53-6EAAEAAF69A6}"/>
                </a:ext>
              </a:extLst>
            </p:cNvPr>
            <p:cNvSpPr/>
            <p:nvPr/>
          </p:nvSpPr>
          <p:spPr>
            <a:xfrm>
              <a:off x="4635796" y="1311348"/>
              <a:ext cx="772632" cy="510363"/>
            </a:xfrm>
            <a:prstGeom prst="rect">
              <a:avLst/>
            </a:prstGeom>
            <a:solidFill>
              <a:srgbClr val="B131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E023C2-CF74-8F5F-4643-9F04D2BD6CDF}"/>
              </a:ext>
            </a:extLst>
          </p:cNvPr>
          <p:cNvSpPr txBox="1"/>
          <p:nvPr/>
        </p:nvSpPr>
        <p:spPr>
          <a:xfrm>
            <a:off x="175969" y="1869106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noProof="0" dirty="0"/>
              <a:t>The </a:t>
            </a:r>
            <a:r>
              <a:rPr lang="en-US" sz="1600" noProof="0" dirty="0"/>
              <a:t>purpose</a:t>
            </a:r>
            <a:r>
              <a:rPr lang="en-US" sz="1600" b="0" i="0" u="none" strike="noStrike" baseline="0" noProof="0" dirty="0"/>
              <a:t> of the project is to design a stabilizing controller for a chain of L = 6 mass-spring-damper</a:t>
            </a:r>
            <a:r>
              <a:rPr lang="en-US" sz="1600" noProof="0" dirty="0"/>
              <a:t> </a:t>
            </a:r>
            <a:r>
              <a:rPr lang="en-US" sz="1600" b="0" i="0" u="none" strike="noStrike" baseline="0" noProof="0" dirty="0"/>
              <a:t>systems. The state-space model is defined as follows:</a:t>
            </a:r>
            <a:endParaRPr lang="en-US" sz="1600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46955F-6B8F-8009-B13E-4CA7B4296A94}"/>
              </a:ext>
            </a:extLst>
          </p:cNvPr>
          <p:cNvGrpSpPr/>
          <p:nvPr/>
        </p:nvGrpSpPr>
        <p:grpSpPr>
          <a:xfrm>
            <a:off x="7952859" y="1645830"/>
            <a:ext cx="4016115" cy="2585323"/>
            <a:chOff x="7050024" y="1968130"/>
            <a:chExt cx="4016115" cy="258532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D9F898-298D-7017-E4FE-B628AD7D113B}"/>
                </a:ext>
              </a:extLst>
            </p:cNvPr>
            <p:cNvSpPr txBox="1"/>
            <p:nvPr/>
          </p:nvSpPr>
          <p:spPr>
            <a:xfrm>
              <a:off x="7050024" y="1968130"/>
              <a:ext cx="1289304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Data: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L = 6 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M=1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h=2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0" dirty="0"/>
                <a:t>K=10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q= 10e-5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r=10e-6</a:t>
              </a:r>
              <a:endParaRPr lang="en-US" noProof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noProof="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noProof="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A7F0B2A-A99E-6F9C-2956-1014D079AD6A}"/>
                </a:ext>
              </a:extLst>
            </p:cNvPr>
            <p:cNvCxnSpPr/>
            <p:nvPr/>
          </p:nvCxnSpPr>
          <p:spPr>
            <a:xfrm>
              <a:off x="8065008" y="2399914"/>
              <a:ext cx="82296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9A066F7-2ED0-2866-CB49-A4191A549198}"/>
                </a:ext>
              </a:extLst>
            </p:cNvPr>
            <p:cNvCxnSpPr/>
            <p:nvPr/>
          </p:nvCxnSpPr>
          <p:spPr>
            <a:xfrm>
              <a:off x="8065008" y="2689474"/>
              <a:ext cx="82296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8DBE12A-8B11-A503-C977-3C533F4C4940}"/>
                </a:ext>
              </a:extLst>
            </p:cNvPr>
            <p:cNvCxnSpPr/>
            <p:nvPr/>
          </p:nvCxnSpPr>
          <p:spPr>
            <a:xfrm>
              <a:off x="8065008" y="2973635"/>
              <a:ext cx="82296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67FB99-9AA9-E133-96A8-B575E7FBEF22}"/>
                </a:ext>
              </a:extLst>
            </p:cNvPr>
            <p:cNvCxnSpPr/>
            <p:nvPr/>
          </p:nvCxnSpPr>
          <p:spPr>
            <a:xfrm>
              <a:off x="8065008" y="3250306"/>
              <a:ext cx="82296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A96DA9C-1ED1-3623-958A-7FD46EAC0D4D}"/>
                </a:ext>
              </a:extLst>
            </p:cNvPr>
            <p:cNvSpPr txBox="1"/>
            <p:nvPr/>
          </p:nvSpPr>
          <p:spPr>
            <a:xfrm>
              <a:off x="9129788" y="2473066"/>
              <a:ext cx="1929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noProof="0" dirty="0"/>
                <a:t>mass of blocks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F2D9B2-3AD2-DE3F-A3F4-CB2A623A80E3}"/>
                </a:ext>
              </a:extLst>
            </p:cNvPr>
            <p:cNvSpPr txBox="1"/>
            <p:nvPr/>
          </p:nvSpPr>
          <p:spPr>
            <a:xfrm>
              <a:off x="9129788" y="2190998"/>
              <a:ext cx="1929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noProof="0" dirty="0"/>
                <a:t>n. of sub-systems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CADDCC-6045-7684-F7AF-6A118AF9BCB0}"/>
                </a:ext>
              </a:extLst>
            </p:cNvPr>
            <p:cNvSpPr txBox="1"/>
            <p:nvPr/>
          </p:nvSpPr>
          <p:spPr>
            <a:xfrm>
              <a:off x="9129788" y="2737302"/>
              <a:ext cx="1929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noProof="0" dirty="0"/>
                <a:t>damping constant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486386-594F-DF94-90E6-554D8EE11030}"/>
                </a:ext>
              </a:extLst>
            </p:cNvPr>
            <p:cNvSpPr txBox="1"/>
            <p:nvPr/>
          </p:nvSpPr>
          <p:spPr>
            <a:xfrm>
              <a:off x="9136755" y="3022218"/>
              <a:ext cx="19293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noProof="0" dirty="0"/>
                <a:t>spring constant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35F227C-5410-683B-DFEB-C2DBE649F160}"/>
              </a:ext>
            </a:extLst>
          </p:cNvPr>
          <p:cNvGrpSpPr/>
          <p:nvPr/>
        </p:nvGrpSpPr>
        <p:grpSpPr>
          <a:xfrm>
            <a:off x="302033" y="3326595"/>
            <a:ext cx="10723104" cy="2607992"/>
            <a:chOff x="631594" y="3234351"/>
            <a:chExt cx="11018646" cy="268486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2BC6824-1F38-9ECE-25EC-33297C289CA4}"/>
                </a:ext>
              </a:extLst>
            </p:cNvPr>
            <p:cNvGrpSpPr/>
            <p:nvPr/>
          </p:nvGrpSpPr>
          <p:grpSpPr>
            <a:xfrm>
              <a:off x="631594" y="3234351"/>
              <a:ext cx="11018646" cy="2684864"/>
              <a:chOff x="631594" y="3222160"/>
              <a:chExt cx="11018646" cy="2684864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B24F0B43-52D1-01E1-ABA4-B7FCDC268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535" y="5546651"/>
                <a:ext cx="1009791" cy="28579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DB94BF3-E1AB-F715-2257-0D7F3AEC83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0957" y="3260120"/>
                <a:ext cx="1428949" cy="38105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3C5AE184-510E-E62E-56AB-0C992EC7E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0957" y="3641173"/>
                <a:ext cx="3934374" cy="600159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ED6BA56B-594C-BF43-2FFB-539B7C2E0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0377" y="4953587"/>
                <a:ext cx="4582164" cy="504895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D88D78B4-F20D-63D9-19D9-CFFCDE971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0957" y="4278802"/>
                <a:ext cx="5973009" cy="571580"/>
              </a:xfrm>
              <a:prstGeom prst="rect">
                <a:avLst/>
              </a:prstGeom>
            </p:spPr>
          </p:pic>
          <p:sp>
            <p:nvSpPr>
              <p:cNvPr id="39" name="Left Brace 38">
                <a:extLst>
                  <a:ext uri="{FF2B5EF4-FFF2-40B4-BE49-F238E27FC236}">
                    <a16:creationId xmlns:a16="http://schemas.microsoft.com/office/drawing/2014/main" id="{5B1C9598-29B2-A2CD-2384-D05F41E837C7}"/>
                  </a:ext>
                </a:extLst>
              </p:cNvPr>
              <p:cNvSpPr/>
              <p:nvPr/>
            </p:nvSpPr>
            <p:spPr>
              <a:xfrm>
                <a:off x="631594" y="3222160"/>
                <a:ext cx="238783" cy="2684864"/>
              </a:xfrm>
              <a:prstGeom prst="leftBrac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73E43274-6F53-A568-EADE-0AE334344969}"/>
                  </a:ext>
                </a:extLst>
              </p:cNvPr>
              <p:cNvCxnSpPr/>
              <p:nvPr/>
            </p:nvCxnSpPr>
            <p:spPr>
              <a:xfrm>
                <a:off x="2338499" y="3476754"/>
                <a:ext cx="82296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86173BB-9CC4-3EC9-5285-1ADEA70C8776}"/>
                  </a:ext>
                </a:extLst>
              </p:cNvPr>
              <p:cNvSpPr txBox="1"/>
              <p:nvPr/>
            </p:nvSpPr>
            <p:spPr>
              <a:xfrm>
                <a:off x="3233995" y="3309522"/>
                <a:ext cx="39343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noProof="0" dirty="0"/>
                  <a:t>Positions of the masses [</a:t>
                </a:r>
                <a:r>
                  <a:rPr lang="en-US" sz="1400" noProof="0" dirty="0" err="1"/>
                  <a:t>i</a:t>
                </a:r>
                <a:r>
                  <a:rPr lang="en-US" sz="1400" noProof="0" dirty="0"/>
                  <a:t> = 2j −1, with j = 1, ..., 6]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057C8B0-822C-415F-49DA-9C3480B47F00}"/>
                  </a:ext>
                </a:extLst>
              </p:cNvPr>
              <p:cNvCxnSpPr/>
              <p:nvPr/>
            </p:nvCxnSpPr>
            <p:spPr>
              <a:xfrm>
                <a:off x="4789702" y="3941252"/>
                <a:ext cx="82296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1A7EB8A-72A5-E7A0-D8D1-BB85787B76D2}"/>
                  </a:ext>
                </a:extLst>
              </p:cNvPr>
              <p:cNvCxnSpPr/>
              <p:nvPr/>
            </p:nvCxnSpPr>
            <p:spPr>
              <a:xfrm>
                <a:off x="6892906" y="4564592"/>
                <a:ext cx="82296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33CA03CB-A5DA-409F-4D66-E05462E14F07}"/>
                  </a:ext>
                </a:extLst>
              </p:cNvPr>
              <p:cNvCxnSpPr/>
              <p:nvPr/>
            </p:nvCxnSpPr>
            <p:spPr>
              <a:xfrm>
                <a:off x="5577840" y="5206034"/>
                <a:ext cx="82296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32D1E87-881D-8C65-4257-CB17C428F0A5}"/>
                  </a:ext>
                </a:extLst>
              </p:cNvPr>
              <p:cNvCxnSpPr/>
              <p:nvPr/>
            </p:nvCxnSpPr>
            <p:spPr>
              <a:xfrm>
                <a:off x="2062716" y="5689546"/>
                <a:ext cx="82296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B063B52-68FD-81C3-50CA-0E006465642B}"/>
                  </a:ext>
                </a:extLst>
              </p:cNvPr>
              <p:cNvSpPr txBox="1"/>
              <p:nvPr/>
            </p:nvSpPr>
            <p:spPr>
              <a:xfrm>
                <a:off x="5717033" y="3800959"/>
                <a:ext cx="39343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noProof="0" dirty="0"/>
                  <a:t>Velocity of the </a:t>
                </a:r>
                <a:r>
                  <a:rPr lang="en-US" sz="1400" dirty="0"/>
                  <a:t>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</a:t>
                </a:r>
                <a:r>
                  <a:rPr lang="en-US" sz="1400" noProof="0" dirty="0"/>
                  <a:t>mass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945140-0DFB-8CDA-9D6E-99635AF604EF}"/>
                  </a:ext>
                </a:extLst>
              </p:cNvPr>
              <p:cNvSpPr txBox="1"/>
              <p:nvPr/>
            </p:nvSpPr>
            <p:spPr>
              <a:xfrm>
                <a:off x="7715866" y="4403749"/>
                <a:ext cx="39343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Velocity of masses from 2 to 5</a:t>
                </a:r>
                <a:endParaRPr lang="en-US" sz="1400" noProof="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0811EEB-34B1-8FE3-3D0D-621FFAEF58FE}"/>
                  </a:ext>
                </a:extLst>
              </p:cNvPr>
              <p:cNvSpPr txBox="1"/>
              <p:nvPr/>
            </p:nvSpPr>
            <p:spPr>
              <a:xfrm>
                <a:off x="6526099" y="5074688"/>
                <a:ext cx="39343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noProof="0" dirty="0"/>
                  <a:t>Velocity of the 6</a:t>
                </a:r>
                <a:r>
                  <a:rPr lang="en-US" sz="1400" baseline="30000" noProof="0" dirty="0"/>
                  <a:t>th</a:t>
                </a:r>
                <a:r>
                  <a:rPr lang="en-US" sz="1400" noProof="0" dirty="0"/>
                  <a:t> mass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2BE491A-DADA-0A0C-6821-97CAF1972400}"/>
                </a:ext>
              </a:extLst>
            </p:cNvPr>
            <p:cNvSpPr txBox="1"/>
            <p:nvPr/>
          </p:nvSpPr>
          <p:spPr>
            <a:xfrm>
              <a:off x="2958532" y="5535657"/>
              <a:ext cx="39343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Output -&gt; position of 1</a:t>
              </a:r>
              <a:r>
                <a:rPr lang="en-US" sz="1400" baseline="30000" noProof="0" dirty="0"/>
                <a:t>st</a:t>
              </a:r>
              <a:r>
                <a:rPr lang="en-US" sz="1400" noProof="0" dirty="0"/>
                <a:t> mass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329D4350-F705-B386-2F28-555368B0AE9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725"/>
          <a:stretch>
            <a:fillRect/>
          </a:stretch>
        </p:blipFill>
        <p:spPr>
          <a:xfrm>
            <a:off x="302033" y="2884871"/>
            <a:ext cx="1737079" cy="23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9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3C868-D86D-DDDE-3229-BF2B1536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5FDC8F32-310C-EB01-9843-BEE12CE17429}"/>
              </a:ext>
            </a:extLst>
          </p:cNvPr>
          <p:cNvSpPr txBox="1"/>
          <p:nvPr/>
        </p:nvSpPr>
        <p:spPr>
          <a:xfrm>
            <a:off x="224640" y="358872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Definition of the system (MATLAB) 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ED0A9-D336-29FB-3F41-0A655B876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40" y="1146839"/>
            <a:ext cx="3177056" cy="2909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360780-D62D-C6EE-B9D9-7B3EFA28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444"/>
          <a:stretch>
            <a:fillRect/>
          </a:stretch>
        </p:blipFill>
        <p:spPr>
          <a:xfrm>
            <a:off x="3286443" y="1146839"/>
            <a:ext cx="1862820" cy="3185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61032B-1C49-08AB-A13D-043727ED3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" t="-32776" r="-446" b="72749"/>
          <a:stretch>
            <a:fillRect/>
          </a:stretch>
        </p:blipFill>
        <p:spPr>
          <a:xfrm>
            <a:off x="224640" y="2530596"/>
            <a:ext cx="2050217" cy="2982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5B188C-81E8-A165-DDCE-99BE05C5A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191" y="1036336"/>
            <a:ext cx="3177056" cy="2450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73ED2C-1CDD-F344-1BD9-6C1264EA3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010" y="3597047"/>
            <a:ext cx="3177056" cy="454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A550BE-3C71-AC2E-A216-6C0C3F702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066" y="1109007"/>
            <a:ext cx="3711164" cy="29430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B0B402-B69E-A82D-6C92-C5BDAE93DF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129" y="4052013"/>
            <a:ext cx="1376263" cy="2043383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561FA46-9802-1B57-C673-2C42F6567987}"/>
              </a:ext>
            </a:extLst>
          </p:cNvPr>
          <p:cNvCxnSpPr/>
          <p:nvPr/>
        </p:nvCxnSpPr>
        <p:spPr>
          <a:xfrm>
            <a:off x="7036217" y="4089845"/>
            <a:ext cx="1581912" cy="748587"/>
          </a:xfrm>
          <a:prstGeom prst="bentConnector3">
            <a:avLst>
              <a:gd name="adj1" fmla="val 28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7340BB-1F9E-03B6-2A0C-00491764944F}"/>
              </a:ext>
            </a:extLst>
          </p:cNvPr>
          <p:cNvCxnSpPr>
            <a:cxnSpLocks/>
          </p:cNvCxnSpPr>
          <p:nvPr/>
        </p:nvCxnSpPr>
        <p:spPr>
          <a:xfrm>
            <a:off x="6635773" y="2138292"/>
            <a:ext cx="12737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D49B44B-DAFF-B675-6CE4-6F7F6BCDC1E7}"/>
              </a:ext>
            </a:extLst>
          </p:cNvPr>
          <p:cNvSpPr txBox="1"/>
          <p:nvPr/>
        </p:nvSpPr>
        <p:spPr>
          <a:xfrm>
            <a:off x="6802064" y="4876264"/>
            <a:ext cx="2050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Stability check -  discrete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64CD59-35F0-D570-3087-D6E7E6684309}"/>
              </a:ext>
            </a:extLst>
          </p:cNvPr>
          <p:cNvSpPr txBox="1"/>
          <p:nvPr/>
        </p:nvSpPr>
        <p:spPr>
          <a:xfrm>
            <a:off x="9041539" y="692223"/>
            <a:ext cx="2443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Stability check -  continuous</a:t>
            </a:r>
          </a:p>
        </p:txBody>
      </p:sp>
    </p:spTree>
    <p:extLst>
      <p:ext uri="{BB962C8B-B14F-4D97-AF65-F5344CB8AC3E}">
        <p14:creationId xmlns:p14="http://schemas.microsoft.com/office/powerpoint/2010/main" val="225933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728A-47F2-5839-6274-4B3AC99A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2C7083D0-065C-D1F6-801E-BDE0795E78E2}"/>
              </a:ext>
            </a:extLst>
          </p:cNvPr>
          <p:cNvSpPr txBox="1"/>
          <p:nvPr/>
        </p:nvSpPr>
        <p:spPr>
          <a:xfrm>
            <a:off x="421282" y="364148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51797-BE00-072F-5017-651F3F20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77" y="977690"/>
            <a:ext cx="3170744" cy="1848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874581-DFA2-B096-B2A6-A3556414F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77" y="2826594"/>
            <a:ext cx="3719384" cy="2516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BAC1A5-870C-DA3A-4DE6-D1CB925F3C46}"/>
              </a:ext>
            </a:extLst>
          </p:cNvPr>
          <p:cNvSpPr txBox="1"/>
          <p:nvPr/>
        </p:nvSpPr>
        <p:spPr>
          <a:xfrm>
            <a:off x="2630558" y="1078046"/>
            <a:ext cx="2515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Computation of the equilibrium point for Ybar=1 (both for continuous and  discrete case)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FBE924-9017-AF46-8D73-A20FC4DBF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622" y="3524537"/>
            <a:ext cx="2062751" cy="80854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78F586-28A2-C176-FFEC-CB89B2B3762D}"/>
              </a:ext>
            </a:extLst>
          </p:cNvPr>
          <p:cNvCxnSpPr>
            <a:cxnSpLocks/>
          </p:cNvCxnSpPr>
          <p:nvPr/>
        </p:nvCxnSpPr>
        <p:spPr>
          <a:xfrm>
            <a:off x="1569237" y="3941721"/>
            <a:ext cx="76538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1F56B35-20C8-42E4-C1AC-8EA7DB65B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927" y="841472"/>
            <a:ext cx="6389053" cy="21482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7F0442-5A5D-939A-FCF7-880F224EA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8621" y="3676650"/>
            <a:ext cx="6348492" cy="17613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FCC98B-A872-F658-98C2-D322D9408967}"/>
              </a:ext>
            </a:extLst>
          </p:cNvPr>
          <p:cNvSpPr txBox="1"/>
          <p:nvPr/>
        </p:nvSpPr>
        <p:spPr>
          <a:xfrm>
            <a:off x="7655660" y="2826594"/>
            <a:ext cx="1460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Continuous 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BCF84-BAE3-251D-9578-BE0A5563AC9E}"/>
              </a:ext>
            </a:extLst>
          </p:cNvPr>
          <p:cNvSpPr txBox="1"/>
          <p:nvPr/>
        </p:nvSpPr>
        <p:spPr>
          <a:xfrm>
            <a:off x="7831161" y="5438019"/>
            <a:ext cx="144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Discrete</a:t>
            </a:r>
            <a:r>
              <a:rPr lang="en-US" sz="1400" b="1" noProof="0" dirty="0"/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242193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22AD4-B14C-95B5-F4FA-F80F160B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39358EEC-C4D7-D137-E0B8-49220D7AFF9B}"/>
              </a:ext>
            </a:extLst>
          </p:cNvPr>
          <p:cNvSpPr txBox="1"/>
          <p:nvPr/>
        </p:nvSpPr>
        <p:spPr>
          <a:xfrm>
            <a:off x="263291" y="215293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3881C-8ED5-3948-AA78-1A078EB48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91" y="1895404"/>
            <a:ext cx="5606902" cy="2666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718DF0-F080-DED6-35BE-8AF35BDF2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541" y="1427220"/>
            <a:ext cx="5096538" cy="31330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FD9BE1-709D-6765-C397-554EBC09DFFB}"/>
              </a:ext>
            </a:extLst>
          </p:cNvPr>
          <p:cNvSpPr txBox="1"/>
          <p:nvPr/>
        </p:nvSpPr>
        <p:spPr>
          <a:xfrm>
            <a:off x="4198088" y="768725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13149"/>
                </a:solidFill>
              </a:rPr>
              <a:t>Continuous case 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93576-9C30-2BCF-CB10-9515E997E63E}"/>
              </a:ext>
            </a:extLst>
          </p:cNvPr>
          <p:cNvSpPr txBox="1"/>
          <p:nvPr/>
        </p:nvSpPr>
        <p:spPr>
          <a:xfrm>
            <a:off x="867099" y="4674396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Saturated optimal input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262C8-68F1-4BC4-8FEB-9FA643E9C2C9}"/>
              </a:ext>
            </a:extLst>
          </p:cNvPr>
          <p:cNvSpPr txBox="1"/>
          <p:nvPr/>
        </p:nvSpPr>
        <p:spPr>
          <a:xfrm>
            <a:off x="7165118" y="4674396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C1D454-FAD7-B232-3C4A-8BE5AB952C09}"/>
              </a:ext>
            </a:extLst>
          </p:cNvPr>
          <p:cNvGrpSpPr/>
          <p:nvPr/>
        </p:nvGrpSpPr>
        <p:grpSpPr>
          <a:xfrm>
            <a:off x="4599127" y="5272052"/>
            <a:ext cx="7116952" cy="700552"/>
            <a:chOff x="4599127" y="5272052"/>
            <a:chExt cx="7116952" cy="7005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EF8B8A8-5968-7F5C-8413-E91342D1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9255" y="5272052"/>
              <a:ext cx="2736824" cy="700552"/>
            </a:xfrm>
            <a:prstGeom prst="rect">
              <a:avLst/>
            </a:prstGeom>
          </p:spPr>
        </p:pic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DCFEB3F1-8F0E-18EC-FBFD-DD956ADC6232}"/>
                </a:ext>
              </a:extLst>
            </p:cNvPr>
            <p:cNvSpPr/>
            <p:nvPr/>
          </p:nvSpPr>
          <p:spPr>
            <a:xfrm>
              <a:off x="8012549" y="5582093"/>
              <a:ext cx="748680" cy="167825"/>
            </a:xfrm>
            <a:prstGeom prst="rightArrow">
              <a:avLst/>
            </a:prstGeom>
            <a:solidFill>
              <a:srgbClr val="B13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3242F1-E672-B3F2-1666-803455FB5CB4}"/>
                </a:ext>
              </a:extLst>
            </p:cNvPr>
            <p:cNvSpPr txBox="1"/>
            <p:nvPr/>
          </p:nvSpPr>
          <p:spPr>
            <a:xfrm>
              <a:off x="4599127" y="5494737"/>
              <a:ext cx="37320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Simulation time &amp; initial conditions</a:t>
              </a:r>
              <a:endParaRPr lang="en-US" sz="16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8018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C2E0-7E81-DFD8-96A4-5EA27F0F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E970A554-7A61-4D5E-434A-E109A43C7339}"/>
              </a:ext>
            </a:extLst>
          </p:cNvPr>
          <p:cNvSpPr txBox="1"/>
          <p:nvPr/>
        </p:nvSpPr>
        <p:spPr>
          <a:xfrm>
            <a:off x="263291" y="225925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DC4A7E-4FB8-BF4D-E369-8D329F832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209" y="1343411"/>
            <a:ext cx="7808051" cy="37286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908212-69FC-7155-EEA7-3F783919E1A2}"/>
              </a:ext>
            </a:extLst>
          </p:cNvPr>
          <p:cNvSpPr txBox="1"/>
          <p:nvPr/>
        </p:nvSpPr>
        <p:spPr>
          <a:xfrm>
            <a:off x="3759154" y="5345312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E041E-13F3-C2C8-C962-B4077A3011C8}"/>
              </a:ext>
            </a:extLst>
          </p:cNvPr>
          <p:cNvSpPr txBox="1"/>
          <p:nvPr/>
        </p:nvSpPr>
        <p:spPr>
          <a:xfrm>
            <a:off x="3929275" y="804802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13149"/>
                </a:solidFill>
              </a:rPr>
              <a:t>Continuous case results</a:t>
            </a:r>
          </a:p>
        </p:txBody>
      </p:sp>
    </p:spTree>
    <p:extLst>
      <p:ext uri="{BB962C8B-B14F-4D97-AF65-F5344CB8AC3E}">
        <p14:creationId xmlns:p14="http://schemas.microsoft.com/office/powerpoint/2010/main" val="8494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572C-B36A-1110-337A-17F7072F2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A04AFE19-2ACD-31B2-52AD-C6AFC3008232}"/>
              </a:ext>
            </a:extLst>
          </p:cNvPr>
          <p:cNvSpPr txBox="1"/>
          <p:nvPr/>
        </p:nvSpPr>
        <p:spPr>
          <a:xfrm>
            <a:off x="263291" y="225925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F8AE5-F0E7-F967-B3A5-EA42FDAB2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2" y="1795386"/>
            <a:ext cx="5496048" cy="2813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B2DB84-8C75-5DB7-CA12-B1636809B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10" y="1258805"/>
            <a:ext cx="5496048" cy="3349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D89227-5B1D-CDE1-CB01-69E4C8ED719F}"/>
              </a:ext>
            </a:extLst>
          </p:cNvPr>
          <p:cNvSpPr txBox="1"/>
          <p:nvPr/>
        </p:nvSpPr>
        <p:spPr>
          <a:xfrm>
            <a:off x="4315046" y="673878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13149"/>
                </a:solidFill>
              </a:rPr>
              <a:t>Discrete case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8E8C7-6E3B-6AE4-CE18-44E6D7723C9F}"/>
              </a:ext>
            </a:extLst>
          </p:cNvPr>
          <p:cNvSpPr txBox="1"/>
          <p:nvPr/>
        </p:nvSpPr>
        <p:spPr>
          <a:xfrm>
            <a:off x="1390547" y="465509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Saturated optimal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DA6B9-1748-0B7F-727D-A5F792A4BAB4}"/>
              </a:ext>
            </a:extLst>
          </p:cNvPr>
          <p:cNvSpPr txBox="1"/>
          <p:nvPr/>
        </p:nvSpPr>
        <p:spPr>
          <a:xfrm>
            <a:off x="7069427" y="4662918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D8138C-2450-BD37-A1FA-674019E416CF}"/>
              </a:ext>
            </a:extLst>
          </p:cNvPr>
          <p:cNvGrpSpPr/>
          <p:nvPr/>
        </p:nvGrpSpPr>
        <p:grpSpPr>
          <a:xfrm>
            <a:off x="4609759" y="5360953"/>
            <a:ext cx="7116952" cy="700552"/>
            <a:chOff x="4599127" y="5272052"/>
            <a:chExt cx="7116952" cy="70055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FEEF84-25B5-A936-7283-B002D8328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9255" y="5272052"/>
              <a:ext cx="2736824" cy="700552"/>
            </a:xfrm>
            <a:prstGeom prst="rect">
              <a:avLst/>
            </a:prstGeom>
          </p:spPr>
        </p:pic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96918842-47EF-A5DA-06F4-DC7E40E88B5F}"/>
                </a:ext>
              </a:extLst>
            </p:cNvPr>
            <p:cNvSpPr/>
            <p:nvPr/>
          </p:nvSpPr>
          <p:spPr>
            <a:xfrm>
              <a:off x="8012549" y="5582093"/>
              <a:ext cx="748680" cy="167825"/>
            </a:xfrm>
            <a:prstGeom prst="rightArrow">
              <a:avLst/>
            </a:prstGeom>
            <a:solidFill>
              <a:srgbClr val="B13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BA66C1-8957-09C4-3A7A-E9CCC8497676}"/>
                </a:ext>
              </a:extLst>
            </p:cNvPr>
            <p:cNvSpPr txBox="1"/>
            <p:nvPr/>
          </p:nvSpPr>
          <p:spPr>
            <a:xfrm>
              <a:off x="4599127" y="5494737"/>
              <a:ext cx="37320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Simulation time &amp; initial conditions</a:t>
              </a:r>
              <a:endParaRPr lang="en-US" sz="16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57324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3B63-0121-1D2C-B9DF-882E5E80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E99377F5-226A-DD25-63C9-71EBD4231B22}"/>
              </a:ext>
            </a:extLst>
          </p:cNvPr>
          <p:cNvSpPr txBox="1"/>
          <p:nvPr/>
        </p:nvSpPr>
        <p:spPr>
          <a:xfrm>
            <a:off x="263291" y="225925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2143F4-497A-E2FB-1A8E-B9938406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08" y="1346339"/>
            <a:ext cx="6774676" cy="40164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C5BC88-4C0A-00A1-A159-90D09590CBB0}"/>
              </a:ext>
            </a:extLst>
          </p:cNvPr>
          <p:cNvSpPr txBox="1"/>
          <p:nvPr/>
        </p:nvSpPr>
        <p:spPr>
          <a:xfrm>
            <a:off x="3861032" y="5457309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FAE9E-920F-BDA5-8C43-06849076D3F4}"/>
              </a:ext>
            </a:extLst>
          </p:cNvPr>
          <p:cNvSpPr txBox="1"/>
          <p:nvPr/>
        </p:nvSpPr>
        <p:spPr>
          <a:xfrm>
            <a:off x="3946092" y="745089"/>
            <a:ext cx="356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13149"/>
                </a:solidFill>
              </a:rPr>
              <a:t>Discrete case results</a:t>
            </a:r>
          </a:p>
        </p:txBody>
      </p:sp>
    </p:spTree>
    <p:extLst>
      <p:ext uri="{BB962C8B-B14F-4D97-AF65-F5344CB8AC3E}">
        <p14:creationId xmlns:p14="http://schemas.microsoft.com/office/powerpoint/2010/main" val="157392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167A-411F-4831-1B92-7968C451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2">
            <a:extLst>
              <a:ext uri="{FF2B5EF4-FFF2-40B4-BE49-F238E27FC236}">
                <a16:creationId xmlns:a16="http://schemas.microsoft.com/office/drawing/2014/main" id="{10653DC0-329C-D26E-B54F-47A40647421A}"/>
              </a:ext>
            </a:extLst>
          </p:cNvPr>
          <p:cNvSpPr txBox="1"/>
          <p:nvPr/>
        </p:nvSpPr>
        <p:spPr>
          <a:xfrm>
            <a:off x="263291" y="225925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1. Design of a stabilizing LQ 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115EA-C701-697E-E299-00D9375304AB}"/>
              </a:ext>
            </a:extLst>
          </p:cNvPr>
          <p:cNvSpPr txBox="1"/>
          <p:nvPr/>
        </p:nvSpPr>
        <p:spPr>
          <a:xfrm>
            <a:off x="7217189" y="5288032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E4835-7D95-64AF-F385-3440F26C6478}"/>
              </a:ext>
            </a:extLst>
          </p:cNvPr>
          <p:cNvSpPr txBox="1"/>
          <p:nvPr/>
        </p:nvSpPr>
        <p:spPr>
          <a:xfrm>
            <a:off x="3946092" y="745089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B13149"/>
                </a:solidFill>
              </a:rPr>
              <a:t>Discrete case results</a:t>
            </a:r>
            <a:r>
              <a:rPr lang="en-US" b="1" dirty="0">
                <a:solidFill>
                  <a:srgbClr val="B13149"/>
                </a:solidFill>
              </a:rPr>
              <a:t> (sat/no-sat comparison)</a:t>
            </a:r>
            <a:endParaRPr lang="en-US" b="1" noProof="0" dirty="0">
              <a:solidFill>
                <a:srgbClr val="B1314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F8700-9258-1D26-4361-D02C4D28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0" y="1843456"/>
            <a:ext cx="5639492" cy="2884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36AED-D4EF-4331-D482-C1DD4A203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04" y="1335428"/>
            <a:ext cx="5605398" cy="390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FF97-6093-20E6-A7E1-4B15F6F0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">
            <a:extLst>
              <a:ext uri="{FF2B5EF4-FFF2-40B4-BE49-F238E27FC236}">
                <a16:creationId xmlns:a16="http://schemas.microsoft.com/office/drawing/2014/main" id="{E25DE608-5D6E-5ECC-489F-483155161926}"/>
              </a:ext>
            </a:extLst>
          </p:cNvPr>
          <p:cNvSpPr txBox="1"/>
          <p:nvPr/>
        </p:nvSpPr>
        <p:spPr>
          <a:xfrm>
            <a:off x="270939" y="183596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2. Design of an unconstrained MPC controller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959B7-2068-2914-5956-E9495FD41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" y="1046404"/>
            <a:ext cx="4786296" cy="4895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BA91BE-A76B-D210-DDA8-6F2D161D7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551" y="1063291"/>
            <a:ext cx="5949738" cy="2999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8DD7F0-CDDB-6DAC-F12E-3D80A8D8D756}"/>
              </a:ext>
            </a:extLst>
          </p:cNvPr>
          <p:cNvSpPr txBox="1"/>
          <p:nvPr/>
        </p:nvSpPr>
        <p:spPr>
          <a:xfrm>
            <a:off x="4438967" y="630389"/>
            <a:ext cx="1922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0" dirty="0" err="1">
                <a:solidFill>
                  <a:srgbClr val="B13149"/>
                </a:solidFill>
              </a:rPr>
              <a:t>Mympc</a:t>
            </a:r>
            <a:r>
              <a:rPr lang="en-US" sz="1600" b="1" noProof="0" dirty="0">
                <a:solidFill>
                  <a:srgbClr val="B13149"/>
                </a:solidFill>
              </a:rPr>
              <a:t>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517F4-D16A-4001-8E24-47B5853059A1}"/>
              </a:ext>
            </a:extLst>
          </p:cNvPr>
          <p:cNvSpPr txBox="1"/>
          <p:nvPr/>
        </p:nvSpPr>
        <p:spPr>
          <a:xfrm>
            <a:off x="5588551" y="4533012"/>
            <a:ext cx="438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The simulation is done with N=3, 6,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input constraints are selected as –inf, +inf</a:t>
            </a:r>
            <a:endParaRPr lang="en-US" sz="1600" noProof="0" dirty="0"/>
          </a:p>
          <a:p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95255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B972-A332-598B-E7AF-E90EBFF3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">
            <a:extLst>
              <a:ext uri="{FF2B5EF4-FFF2-40B4-BE49-F238E27FC236}">
                <a16:creationId xmlns:a16="http://schemas.microsoft.com/office/drawing/2014/main" id="{FA617FDC-8609-F4D4-C633-0507D048844C}"/>
              </a:ext>
            </a:extLst>
          </p:cNvPr>
          <p:cNvSpPr txBox="1"/>
          <p:nvPr/>
        </p:nvSpPr>
        <p:spPr>
          <a:xfrm>
            <a:off x="270939" y="183596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2. Design of an unconstrained MPC controller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00F72-B146-582E-1DB7-1CA9B4B7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25" y="724229"/>
            <a:ext cx="7621064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34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38A0-94B1-D0D6-7E16-B1A956BA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">
            <a:extLst>
              <a:ext uri="{FF2B5EF4-FFF2-40B4-BE49-F238E27FC236}">
                <a16:creationId xmlns:a16="http://schemas.microsoft.com/office/drawing/2014/main" id="{2F633704-6669-1019-4506-060CDB7B494C}"/>
              </a:ext>
            </a:extLst>
          </p:cNvPr>
          <p:cNvSpPr txBox="1"/>
          <p:nvPr/>
        </p:nvSpPr>
        <p:spPr>
          <a:xfrm>
            <a:off x="270939" y="183596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2. Design of an unconstrained MPC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73409-93D5-9B03-54E0-345C4C656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" y="930359"/>
            <a:ext cx="5404478" cy="369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9907D-E730-35BA-5D95-ECAEAFB6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96059"/>
            <a:ext cx="5710414" cy="3926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29A592-F659-AE12-65C9-AEF66C89CC4D}"/>
              </a:ext>
            </a:extLst>
          </p:cNvPr>
          <p:cNvSpPr txBox="1"/>
          <p:nvPr/>
        </p:nvSpPr>
        <p:spPr>
          <a:xfrm>
            <a:off x="1107164" y="474015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noProof="0" dirty="0" err="1"/>
              <a:t>ptimal</a:t>
            </a:r>
            <a:r>
              <a:rPr lang="en-US" sz="1600" noProof="0" dirty="0"/>
              <a:t>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F38AC-2B8F-4096-D422-A1CA4FC38F91}"/>
              </a:ext>
            </a:extLst>
          </p:cNvPr>
          <p:cNvSpPr txBox="1"/>
          <p:nvPr/>
        </p:nvSpPr>
        <p:spPr>
          <a:xfrm>
            <a:off x="7085193" y="474015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</p:spTree>
    <p:extLst>
      <p:ext uri="{BB962C8B-B14F-4D97-AF65-F5344CB8AC3E}">
        <p14:creationId xmlns:p14="http://schemas.microsoft.com/office/powerpoint/2010/main" val="342239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43AE-97B5-A937-A14B-1AD83F13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">
            <a:extLst>
              <a:ext uri="{FF2B5EF4-FFF2-40B4-BE49-F238E27FC236}">
                <a16:creationId xmlns:a16="http://schemas.microsoft.com/office/drawing/2014/main" id="{A9FA5B59-B25D-A485-532A-9A1D9ABB1EAD}"/>
              </a:ext>
            </a:extLst>
          </p:cNvPr>
          <p:cNvSpPr txBox="1"/>
          <p:nvPr/>
        </p:nvSpPr>
        <p:spPr>
          <a:xfrm>
            <a:off x="270939" y="183596"/>
            <a:ext cx="493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2. Design of an unconstrained MPC controller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0D116-887A-2300-458A-05C4CD25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3" y="783087"/>
            <a:ext cx="5594886" cy="3580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3F0F96-6185-A1C2-0098-841AE976440B}"/>
              </a:ext>
            </a:extLst>
          </p:cNvPr>
          <p:cNvSpPr txBox="1"/>
          <p:nvPr/>
        </p:nvSpPr>
        <p:spPr>
          <a:xfrm>
            <a:off x="1088072" y="4594560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6B4BB-7664-5F77-3AD1-A5D017C3360E}"/>
              </a:ext>
            </a:extLst>
          </p:cNvPr>
          <p:cNvSpPr txBox="1"/>
          <p:nvPr/>
        </p:nvSpPr>
        <p:spPr>
          <a:xfrm>
            <a:off x="5481482" y="5273814"/>
            <a:ext cx="6408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B13149"/>
                </a:solidFill>
              </a:rPr>
              <a:t>Remarks: </a:t>
            </a:r>
            <a:r>
              <a:rPr lang="en-US" sz="1600" dirty="0"/>
              <a:t>the scopes are overlapped due to </a:t>
            </a:r>
            <a:r>
              <a:rPr lang="en-US" sz="1600" b="1" dirty="0"/>
              <a:t>S=</a:t>
            </a:r>
            <a:r>
              <a:rPr lang="en-US" sz="1600" b="1" dirty="0" err="1"/>
              <a:t>Pr</a:t>
            </a:r>
            <a:r>
              <a:rPr lang="en-US" sz="1600" dirty="0"/>
              <a:t>, therefore the performance of the MPC is equal to the LQR</a:t>
            </a:r>
            <a:endParaRPr lang="en-US" sz="16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2882C-295E-6B0B-F36D-CE8DC194C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472" y="770811"/>
            <a:ext cx="5355103" cy="3539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326F6-4146-CC73-A4E6-0D6017A13F3F}"/>
              </a:ext>
            </a:extLst>
          </p:cNvPr>
          <p:cNvSpPr txBox="1"/>
          <p:nvPr/>
        </p:nvSpPr>
        <p:spPr>
          <a:xfrm>
            <a:off x="7371900" y="4530034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LQ unconstrained</a:t>
            </a:r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33BC016A-5138-21F9-0B57-B2667335C990}"/>
              </a:ext>
            </a:extLst>
          </p:cNvPr>
          <p:cNvSpPr/>
          <p:nvPr/>
        </p:nvSpPr>
        <p:spPr>
          <a:xfrm>
            <a:off x="5923764" y="2344834"/>
            <a:ext cx="344472" cy="391885"/>
          </a:xfrm>
          <a:prstGeom prst="mathEqual">
            <a:avLst/>
          </a:prstGeom>
          <a:solidFill>
            <a:srgbClr val="A02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098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3DF9-F384-E3A2-2A2B-D7B94AB3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01258DE-DF07-9BC0-24DB-05B5F5BAB32C}"/>
              </a:ext>
            </a:extLst>
          </p:cNvPr>
          <p:cNvSpPr txBox="1"/>
          <p:nvPr/>
        </p:nvSpPr>
        <p:spPr>
          <a:xfrm>
            <a:off x="460459" y="310429"/>
            <a:ext cx="6237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3. Design of an unconstrained MPC controller, assuming S=0.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76D6D-8F98-A634-1588-A93B13D8BE96}"/>
              </a:ext>
            </a:extLst>
          </p:cNvPr>
          <p:cNvSpPr txBox="1"/>
          <p:nvPr/>
        </p:nvSpPr>
        <p:spPr>
          <a:xfrm>
            <a:off x="942052" y="5232763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noProof="0" dirty="0" err="1"/>
              <a:t>ptimal</a:t>
            </a:r>
            <a:r>
              <a:rPr lang="en-US" sz="1600" noProof="0" dirty="0"/>
              <a:t>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18C7E-9CB9-DA3D-1EE4-19E687F9AFB9}"/>
              </a:ext>
            </a:extLst>
          </p:cNvPr>
          <p:cNvSpPr txBox="1"/>
          <p:nvPr/>
        </p:nvSpPr>
        <p:spPr>
          <a:xfrm>
            <a:off x="6964692" y="5130474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E34C8-2E88-9352-A087-AFEF32F4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51" y="845196"/>
            <a:ext cx="4581231" cy="4222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0097F4-9F38-F64E-E3C8-4BC1E981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461" y="845196"/>
            <a:ext cx="6068088" cy="422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CDE5-3A00-022E-C8C2-82BE68C8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786B205-80FA-17E7-F2C0-A8C0D1FAD1C5}"/>
              </a:ext>
            </a:extLst>
          </p:cNvPr>
          <p:cNvSpPr txBox="1"/>
          <p:nvPr/>
        </p:nvSpPr>
        <p:spPr>
          <a:xfrm>
            <a:off x="460459" y="310429"/>
            <a:ext cx="6237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3. Design of an unconstrained MPC controller, assuming S=0.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E1FA5-65CC-A1DF-DA71-65B889A76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88" y="849884"/>
            <a:ext cx="6237292" cy="398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A38F8-D81E-9751-E968-0EE886B4D71F}"/>
              </a:ext>
            </a:extLst>
          </p:cNvPr>
          <p:cNvSpPr txBox="1"/>
          <p:nvPr/>
        </p:nvSpPr>
        <p:spPr>
          <a:xfrm>
            <a:off x="3667320" y="4837906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68C20-46F6-1242-76F2-FBAC2D3BE9FB}"/>
              </a:ext>
            </a:extLst>
          </p:cNvPr>
          <p:cNvSpPr txBox="1"/>
          <p:nvPr/>
        </p:nvSpPr>
        <p:spPr>
          <a:xfrm>
            <a:off x="5533334" y="5335656"/>
            <a:ext cx="6408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B13149"/>
                </a:solidFill>
              </a:rPr>
              <a:t>Remarks: </a:t>
            </a:r>
            <a:r>
              <a:rPr lang="en-US" sz="1600" dirty="0"/>
              <a:t>with a larger prediction horizon N the system stabilizes earlier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1396152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2C79-394B-D7C6-95D7-EA016E7F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4B4478-6673-228F-AD86-40AB9E86B882}"/>
              </a:ext>
            </a:extLst>
          </p:cNvPr>
          <p:cNvSpPr txBox="1"/>
          <p:nvPr/>
        </p:nvSpPr>
        <p:spPr>
          <a:xfrm>
            <a:off x="631594" y="501308"/>
            <a:ext cx="620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4. Design of an MPC controller with input constraints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F4365-211C-DB88-EAAA-60970DA3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47" y="1079222"/>
            <a:ext cx="5807737" cy="385737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B1BFA7-BACB-4AE8-641F-980B4D55904E}"/>
              </a:ext>
            </a:extLst>
          </p:cNvPr>
          <p:cNvGrpSpPr/>
          <p:nvPr/>
        </p:nvGrpSpPr>
        <p:grpSpPr>
          <a:xfrm>
            <a:off x="6345584" y="1999859"/>
            <a:ext cx="5621660" cy="2345338"/>
            <a:chOff x="6345584" y="1250051"/>
            <a:chExt cx="5621660" cy="23453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919B4D-2A9C-555F-A0C5-8C85F24A1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5584" y="1447241"/>
              <a:ext cx="1860380" cy="6902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FA2C0EB-BECB-DF34-5868-9EC10B40F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5584" y="2189544"/>
              <a:ext cx="3409862" cy="81836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23E2D58-4C5E-505A-DB71-295B26206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45584" y="3007911"/>
              <a:ext cx="4531973" cy="587478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C42DA97-27C3-0F1D-90BC-AF7F76C59E88}"/>
                </a:ext>
              </a:extLst>
            </p:cNvPr>
            <p:cNvSpPr/>
            <p:nvPr/>
          </p:nvSpPr>
          <p:spPr>
            <a:xfrm>
              <a:off x="8810847" y="3301650"/>
              <a:ext cx="808074" cy="178741"/>
            </a:xfrm>
            <a:prstGeom prst="roundRect">
              <a:avLst/>
            </a:prstGeom>
            <a:noFill/>
            <a:ln>
              <a:solidFill>
                <a:srgbClr val="A02C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3A6271-0934-E120-5501-26F7A6A6D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5584" y="1250051"/>
              <a:ext cx="5621660" cy="291194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4C42634-AFF2-E626-567C-E58C17E59E9F}"/>
              </a:ext>
            </a:extLst>
          </p:cNvPr>
          <p:cNvSpPr txBox="1"/>
          <p:nvPr/>
        </p:nvSpPr>
        <p:spPr>
          <a:xfrm>
            <a:off x="6345584" y="1509547"/>
            <a:ext cx="4264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A02C42"/>
                </a:solidFill>
              </a:rPr>
              <a:t>Input constraints addition in </a:t>
            </a:r>
            <a:r>
              <a:rPr lang="en-US" sz="1600" i="1" noProof="0" dirty="0" err="1">
                <a:solidFill>
                  <a:srgbClr val="A02C42"/>
                </a:solidFill>
              </a:rPr>
              <a:t>mympc</a:t>
            </a:r>
            <a:r>
              <a:rPr lang="en-US" sz="1600" noProof="0" dirty="0">
                <a:solidFill>
                  <a:srgbClr val="A02C42"/>
                </a:solidFill>
              </a:rPr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346479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C3BB-0BE4-F636-670A-E376C190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693D5E-0310-D72D-3C36-A86F9BA8CCB4}"/>
              </a:ext>
            </a:extLst>
          </p:cNvPr>
          <p:cNvSpPr txBox="1"/>
          <p:nvPr/>
        </p:nvSpPr>
        <p:spPr>
          <a:xfrm>
            <a:off x="631594" y="501308"/>
            <a:ext cx="620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4. Design of an MPC controller with input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F4896-39D5-3CF1-57E8-2F3F1561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7" y="1463711"/>
            <a:ext cx="4966739" cy="3509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C434B-8165-ED7E-D6AE-C4FC0BAE5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515" y="1024798"/>
            <a:ext cx="5620682" cy="39480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42A113-B84C-C96A-9B5C-49900F01EE76}"/>
              </a:ext>
            </a:extLst>
          </p:cNvPr>
          <p:cNvSpPr txBox="1"/>
          <p:nvPr/>
        </p:nvSpPr>
        <p:spPr>
          <a:xfrm>
            <a:off x="1216672" y="4972820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noProof="0" dirty="0" err="1"/>
              <a:t>ptimal</a:t>
            </a:r>
            <a:r>
              <a:rPr lang="en-US" sz="1600" noProof="0" dirty="0"/>
              <a:t>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9CBCE-A254-1A82-CE8F-142DC4291AB2}"/>
              </a:ext>
            </a:extLst>
          </p:cNvPr>
          <p:cNvSpPr txBox="1"/>
          <p:nvPr/>
        </p:nvSpPr>
        <p:spPr>
          <a:xfrm>
            <a:off x="7042663" y="4957701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</p:spTree>
    <p:extLst>
      <p:ext uri="{BB962C8B-B14F-4D97-AF65-F5344CB8AC3E}">
        <p14:creationId xmlns:p14="http://schemas.microsoft.com/office/powerpoint/2010/main" val="2422987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28325-DC60-4DB6-FB56-6499D8B1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32DD087-4692-961B-E009-D46008471C9F}"/>
              </a:ext>
            </a:extLst>
          </p:cNvPr>
          <p:cNvSpPr txBox="1"/>
          <p:nvPr/>
        </p:nvSpPr>
        <p:spPr>
          <a:xfrm>
            <a:off x="493371" y="190277"/>
            <a:ext cx="620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4. Design of an MPC controller with input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CDF98-5D53-C299-6C14-BAD1A88C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91" y="739841"/>
            <a:ext cx="6827612" cy="3813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F289B-1A65-EA20-DA5A-789C88D5E8AB}"/>
              </a:ext>
            </a:extLst>
          </p:cNvPr>
          <p:cNvSpPr txBox="1"/>
          <p:nvPr/>
        </p:nvSpPr>
        <p:spPr>
          <a:xfrm>
            <a:off x="5783497" y="4881946"/>
            <a:ext cx="64085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B13149"/>
                </a:solidFill>
              </a:rPr>
              <a:t>Remarks: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With a larger prediction horizon N the system stabilizes earlier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Due to the presence of input constraints, the system stabilizes later comparing with the previous cases, where we could implement the computed optimal u for all the simulation time</a:t>
            </a:r>
          </a:p>
          <a:p>
            <a:pPr algn="ctr"/>
            <a:endParaRPr lang="en-US" sz="16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CDDA2-6729-2884-3895-042580E9DE12}"/>
              </a:ext>
            </a:extLst>
          </p:cNvPr>
          <p:cNvSpPr txBox="1"/>
          <p:nvPr/>
        </p:nvSpPr>
        <p:spPr>
          <a:xfrm>
            <a:off x="3917483" y="4543392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1281898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D457C-81F5-A84D-3E4D-64A0EB57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FC8D1BE-290A-AA9C-D92A-9C801A84819A}"/>
              </a:ext>
            </a:extLst>
          </p:cNvPr>
          <p:cNvSpPr txBox="1"/>
          <p:nvPr/>
        </p:nvSpPr>
        <p:spPr>
          <a:xfrm>
            <a:off x="620962" y="416247"/>
            <a:ext cx="62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5. Design of an MPC controller with state and input constraints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B0CD8B-307F-FFEF-5447-75B45983F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8" y="1083139"/>
            <a:ext cx="6269949" cy="4327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CAA048-A20A-92ED-9FD2-A57587F8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16" y="1447606"/>
            <a:ext cx="6423584" cy="202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9599F1-1BA1-A5DD-2F1F-AA748A870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71" y="2450078"/>
            <a:ext cx="2072333" cy="498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A129E-6B10-68FB-01D9-1D18C1E4F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266" y="2934129"/>
            <a:ext cx="2072333" cy="56766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1B6923C-38CB-7230-E816-D2364F6B3697}"/>
              </a:ext>
            </a:extLst>
          </p:cNvPr>
          <p:cNvGrpSpPr/>
          <p:nvPr/>
        </p:nvGrpSpPr>
        <p:grpSpPr>
          <a:xfrm>
            <a:off x="6658573" y="3604647"/>
            <a:ext cx="4032286" cy="1109876"/>
            <a:chOff x="6570485" y="2916847"/>
            <a:chExt cx="4032286" cy="110987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7DE9775-29E6-40A3-CE19-00FCC76B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46662" y="2916847"/>
              <a:ext cx="3856109" cy="1109876"/>
            </a:xfrm>
            <a:prstGeom prst="rect">
              <a:avLst/>
            </a:prstGeom>
          </p:spPr>
        </p:pic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16A89828-E492-B5CF-2441-7E3C6176A2C1}"/>
                </a:ext>
              </a:extLst>
            </p:cNvPr>
            <p:cNvSpPr/>
            <p:nvPr/>
          </p:nvSpPr>
          <p:spPr>
            <a:xfrm>
              <a:off x="6570485" y="3386724"/>
              <a:ext cx="191386" cy="170121"/>
            </a:xfrm>
            <a:prstGeom prst="star5">
              <a:avLst/>
            </a:prstGeom>
            <a:solidFill>
              <a:srgbClr val="A02C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DF71B1CF-2515-7967-10AA-A5C2AE1FFECF}"/>
              </a:ext>
            </a:extLst>
          </p:cNvPr>
          <p:cNvSpPr/>
          <p:nvPr/>
        </p:nvSpPr>
        <p:spPr>
          <a:xfrm>
            <a:off x="6594778" y="5221718"/>
            <a:ext cx="191386" cy="170121"/>
          </a:xfrm>
          <a:prstGeom prst="star5">
            <a:avLst/>
          </a:prstGeom>
          <a:solidFill>
            <a:srgbClr val="A02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DB60B-B2B3-27C2-A16B-CB6178AC283C}"/>
              </a:ext>
            </a:extLst>
          </p:cNvPr>
          <p:cNvSpPr txBox="1"/>
          <p:nvPr/>
        </p:nvSpPr>
        <p:spPr>
          <a:xfrm>
            <a:off x="6754266" y="5137502"/>
            <a:ext cx="5348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Check of the feasibility of all the optimization process</a:t>
            </a:r>
            <a:r>
              <a:rPr lang="en-US" sz="1600" dirty="0"/>
              <a:t>, to choose the N for this case</a:t>
            </a:r>
            <a:endParaRPr lang="en-US" sz="1600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187EA2-94E1-43A9-B736-50AB86C80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485" y="1860166"/>
            <a:ext cx="4652940" cy="601187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6DA092-63C4-693D-B1F9-602E5F71DC2F}"/>
              </a:ext>
            </a:extLst>
          </p:cNvPr>
          <p:cNvSpPr/>
          <p:nvPr/>
        </p:nvSpPr>
        <p:spPr>
          <a:xfrm>
            <a:off x="7790432" y="3757132"/>
            <a:ext cx="808074" cy="178741"/>
          </a:xfrm>
          <a:prstGeom prst="roundRect">
            <a:avLst/>
          </a:prstGeom>
          <a:noFill/>
          <a:ln>
            <a:solidFill>
              <a:srgbClr val="A02C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38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9733-5916-BE37-0D90-B1D3A0AF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09B4E3-4111-3F33-1B90-8899B062E332}"/>
              </a:ext>
            </a:extLst>
          </p:cNvPr>
          <p:cNvSpPr txBox="1"/>
          <p:nvPr/>
        </p:nvSpPr>
        <p:spPr>
          <a:xfrm>
            <a:off x="620962" y="416247"/>
            <a:ext cx="62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5. Design of an MPC controller with state and input constraints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D3C31-576D-1232-97EC-321DB6D3497A}"/>
              </a:ext>
            </a:extLst>
          </p:cNvPr>
          <p:cNvSpPr txBox="1"/>
          <p:nvPr/>
        </p:nvSpPr>
        <p:spPr>
          <a:xfrm>
            <a:off x="909669" y="4729617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noProof="0" dirty="0" err="1"/>
              <a:t>ptimal</a:t>
            </a:r>
            <a:r>
              <a:rPr lang="en-US" sz="1600" noProof="0" dirty="0"/>
              <a:t>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66EA4-F0FA-AE3F-273D-0B1D2AB74A26}"/>
              </a:ext>
            </a:extLst>
          </p:cNvPr>
          <p:cNvSpPr txBox="1"/>
          <p:nvPr/>
        </p:nvSpPr>
        <p:spPr>
          <a:xfrm>
            <a:off x="6964384" y="5068171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scope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05ACBD-6918-7134-3457-1DA5BB378C60}"/>
              </a:ext>
            </a:extLst>
          </p:cNvPr>
          <p:cNvGrpSpPr/>
          <p:nvPr/>
        </p:nvGrpSpPr>
        <p:grpSpPr>
          <a:xfrm>
            <a:off x="5749518" y="889575"/>
            <a:ext cx="6161761" cy="4178596"/>
            <a:chOff x="5749518" y="988827"/>
            <a:chExt cx="6161761" cy="41785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B4E420-DE2B-7D1A-4E02-AF9CFF420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9518" y="988827"/>
              <a:ext cx="6161761" cy="4178596"/>
            </a:xfrm>
            <a:prstGeom prst="rect">
              <a:avLst/>
            </a:prstGeom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D95D693-BC4D-2A94-3545-046F10C39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7126" y="1084521"/>
              <a:ext cx="599332" cy="148856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C57287-7442-4326-563E-32B070FBF8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1245" y="2529318"/>
              <a:ext cx="599332" cy="148856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0DC27C-556D-E7EC-00D6-797126116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1245" y="3899687"/>
              <a:ext cx="599332" cy="148856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4B8C7BC-A084-5688-8132-3CC870F7883A}"/>
              </a:ext>
            </a:extLst>
          </p:cNvPr>
          <p:cNvSpPr txBox="1"/>
          <p:nvPr/>
        </p:nvSpPr>
        <p:spPr>
          <a:xfrm>
            <a:off x="5163572" y="5704909"/>
            <a:ext cx="755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B13149"/>
                </a:solidFill>
              </a:rPr>
              <a:t>Remarks: </a:t>
            </a:r>
            <a:r>
              <a:rPr lang="en-US" sz="1600" dirty="0"/>
              <a:t>due to the presence of the state constraints, the states range in  [-10,10] </a:t>
            </a:r>
          </a:p>
          <a:p>
            <a:pPr algn="ctr"/>
            <a:endParaRPr lang="en-US" sz="16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016B85-817A-57AD-C44C-3C67A476F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48" y="985269"/>
            <a:ext cx="5433007" cy="374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56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FF7A-6A85-13AA-C9F2-503E0225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81B7678-3408-39A9-8314-03F0EF370003}"/>
              </a:ext>
            </a:extLst>
          </p:cNvPr>
          <p:cNvSpPr txBox="1"/>
          <p:nvPr/>
        </p:nvSpPr>
        <p:spPr>
          <a:xfrm>
            <a:off x="482738" y="224861"/>
            <a:ext cx="62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5. Design of an MPC controller with state and input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72F71-2E4C-B129-ABAB-82C13063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271" y="762402"/>
            <a:ext cx="7921457" cy="4187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60B2B-B582-D480-3AE6-A3B182A3FF1B}"/>
              </a:ext>
            </a:extLst>
          </p:cNvPr>
          <p:cNvSpPr txBox="1"/>
          <p:nvPr/>
        </p:nvSpPr>
        <p:spPr>
          <a:xfrm>
            <a:off x="4229985" y="4949558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AF2FE-5018-DCBE-C515-21A3E54BAB91}"/>
              </a:ext>
            </a:extLst>
          </p:cNvPr>
          <p:cNvSpPr txBox="1"/>
          <p:nvPr/>
        </p:nvSpPr>
        <p:spPr>
          <a:xfrm>
            <a:off x="4504353" y="5510823"/>
            <a:ext cx="755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B13149"/>
                </a:solidFill>
              </a:rPr>
              <a:t>Remarks: </a:t>
            </a:r>
            <a:r>
              <a:rPr lang="en-US" sz="1600" dirty="0"/>
              <a:t>due to the presence of the state constraints, the output stabilizes later </a:t>
            </a:r>
          </a:p>
          <a:p>
            <a:pPr algn="ctr"/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285936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CD3-CCD4-0FCF-7CC6-A3DEE10D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88A8703-D699-5DBA-3DCD-7D88852CC17E}"/>
              </a:ext>
            </a:extLst>
          </p:cNvPr>
          <p:cNvSpPr txBox="1"/>
          <p:nvPr/>
        </p:nvSpPr>
        <p:spPr>
          <a:xfrm>
            <a:off x="631594" y="501308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6. Design of an MPC controller with non-measurable states and noise (Kalman filter)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DB955-B5F1-F6CB-58CA-100E1206D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6" y="1173635"/>
            <a:ext cx="7856445" cy="37598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D0942A-F079-3B8D-261E-AE6AB004641E}"/>
              </a:ext>
            </a:extLst>
          </p:cNvPr>
          <p:cNvSpPr txBox="1"/>
          <p:nvPr/>
        </p:nvSpPr>
        <p:spPr>
          <a:xfrm>
            <a:off x="4121581" y="5145756"/>
            <a:ext cx="75529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B13149"/>
                </a:solidFill>
              </a:rPr>
              <a:t>Remarks: </a:t>
            </a:r>
            <a:r>
              <a:rPr lang="en-US" sz="1600" dirty="0"/>
              <a:t>due to the presence of the state constraints, we have chosen an initial condition x0=[3,0,3,0,3,0,3,0,3,0,3,0] , otherwise we get an error due to the initial condition on the Kalman filter (x0K)</a:t>
            </a:r>
          </a:p>
          <a:p>
            <a:pPr algn="ctr"/>
            <a:endParaRPr lang="en-US" sz="16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86764-730A-978D-FE68-1E3F35DB5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756" y="1371600"/>
            <a:ext cx="3647018" cy="30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74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3B83-E468-46A2-A51E-D06DC01F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F269320-E51B-F624-7369-70F3AC4FC562}"/>
              </a:ext>
            </a:extLst>
          </p:cNvPr>
          <p:cNvSpPr txBox="1"/>
          <p:nvPr/>
        </p:nvSpPr>
        <p:spPr>
          <a:xfrm>
            <a:off x="397678" y="246127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6. Design of an MPC controller with non-measurable states and noise (Kalman filter)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7D5AF-F67E-C96F-D648-C0785D81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15" y="615459"/>
            <a:ext cx="5356545" cy="2074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75BDA-B367-FD69-550B-84B24F14C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15" y="2713071"/>
            <a:ext cx="7886948" cy="327586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7C9F03-AEFB-95E7-B2A6-9F27EDE44AF6}"/>
              </a:ext>
            </a:extLst>
          </p:cNvPr>
          <p:cNvCxnSpPr>
            <a:cxnSpLocks/>
          </p:cNvCxnSpPr>
          <p:nvPr/>
        </p:nvCxnSpPr>
        <p:spPr>
          <a:xfrm flipH="1">
            <a:off x="8240232" y="3429000"/>
            <a:ext cx="10536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1B8B8F-03EE-E9A4-A86A-4657EFE1E776}"/>
              </a:ext>
            </a:extLst>
          </p:cNvPr>
          <p:cNvCxnSpPr>
            <a:cxnSpLocks/>
          </p:cNvCxnSpPr>
          <p:nvPr/>
        </p:nvCxnSpPr>
        <p:spPr>
          <a:xfrm flipH="1">
            <a:off x="8254662" y="4931735"/>
            <a:ext cx="10536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F8DB7D-899B-E62C-BBDE-76D84EF1D70F}"/>
              </a:ext>
            </a:extLst>
          </p:cNvPr>
          <p:cNvSpPr txBox="1"/>
          <p:nvPr/>
        </p:nvSpPr>
        <p:spPr>
          <a:xfrm>
            <a:off x="8240232" y="3259723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Real states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C4915-418A-D08E-0991-1046C53AD762}"/>
              </a:ext>
            </a:extLst>
          </p:cNvPr>
          <p:cNvSpPr txBox="1"/>
          <p:nvPr/>
        </p:nvSpPr>
        <p:spPr>
          <a:xfrm>
            <a:off x="4659324" y="105238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noProof="0" dirty="0" err="1"/>
              <a:t>ptimal</a:t>
            </a:r>
            <a:r>
              <a:rPr lang="en-US" sz="1600" noProof="0" dirty="0"/>
              <a:t> input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03C59-E554-5591-605C-5E191996D7CB}"/>
              </a:ext>
            </a:extLst>
          </p:cNvPr>
          <p:cNvSpPr txBox="1"/>
          <p:nvPr/>
        </p:nvSpPr>
        <p:spPr>
          <a:xfrm>
            <a:off x="8367823" y="4762458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States estimation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1D20F-D792-16CA-2824-00A82EFD1B28}"/>
              </a:ext>
            </a:extLst>
          </p:cNvPr>
          <p:cNvSpPr txBox="1"/>
          <p:nvPr/>
        </p:nvSpPr>
        <p:spPr>
          <a:xfrm>
            <a:off x="9845676" y="898496"/>
            <a:ext cx="177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Tsim</a:t>
            </a:r>
            <a:r>
              <a:rPr lang="it-IT" b="1" dirty="0"/>
              <a:t>=30 s</a:t>
            </a:r>
          </a:p>
          <a:p>
            <a:r>
              <a:rPr lang="it-IT" b="1" dirty="0"/>
              <a:t>N=20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30486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40F7-55A0-676A-F12E-B488A0BA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77A742F-D1D7-8F02-02BC-8EE7BB8EE6D9}"/>
              </a:ext>
            </a:extLst>
          </p:cNvPr>
          <p:cNvSpPr txBox="1"/>
          <p:nvPr/>
        </p:nvSpPr>
        <p:spPr>
          <a:xfrm>
            <a:off x="270088" y="267392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6. Design of an MPC controller with non-measurable states and noise (Kalman filter)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43458-D9BC-B661-4251-345AE6E9A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62" y="1054604"/>
            <a:ext cx="9831875" cy="2944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C7B6F1-1D0E-A5F3-DF6D-E59BC24BB019}"/>
              </a:ext>
            </a:extLst>
          </p:cNvPr>
          <p:cNvSpPr txBox="1"/>
          <p:nvPr/>
        </p:nvSpPr>
        <p:spPr>
          <a:xfrm>
            <a:off x="4229985" y="4162749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1829712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93AB-A661-6BA1-CBF3-5A160CCE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19445C0-8504-D1E2-9D5F-89B58433F17E}"/>
              </a:ext>
            </a:extLst>
          </p:cNvPr>
          <p:cNvSpPr txBox="1"/>
          <p:nvPr/>
        </p:nvSpPr>
        <p:spPr>
          <a:xfrm>
            <a:off x="546533" y="256760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 (with model uncertainties 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5DBCCF-F440-825B-5500-47A47A3AF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079" y="873448"/>
            <a:ext cx="3247363" cy="4134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6CB40D-B8F7-23BE-C773-ECD378849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357" y="952543"/>
            <a:ext cx="3124266" cy="498437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864C40-A198-2049-ED84-491DA0DBD9CA}"/>
              </a:ext>
            </a:extLst>
          </p:cNvPr>
          <p:cNvCxnSpPr>
            <a:cxnSpLocks/>
          </p:cNvCxnSpPr>
          <p:nvPr/>
        </p:nvCxnSpPr>
        <p:spPr>
          <a:xfrm flipV="1">
            <a:off x="4040372" y="4116891"/>
            <a:ext cx="682660" cy="79895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DFBFD4-1DF7-2D9D-5510-9281AA883EBF}"/>
              </a:ext>
            </a:extLst>
          </p:cNvPr>
          <p:cNvSpPr txBox="1"/>
          <p:nvPr/>
        </p:nvSpPr>
        <p:spPr>
          <a:xfrm>
            <a:off x="2333846" y="5101402"/>
            <a:ext cx="4731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>
                <a:solidFill>
                  <a:srgbClr val="A02C42"/>
                </a:solidFill>
              </a:rPr>
              <a:t>System definition with different spring constant (k=8)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D409F-E36A-EAA6-93DE-69F7D8F0687A}"/>
              </a:ext>
            </a:extLst>
          </p:cNvPr>
          <p:cNvSpPr txBox="1"/>
          <p:nvPr/>
        </p:nvSpPr>
        <p:spPr>
          <a:xfrm>
            <a:off x="467833" y="952543"/>
            <a:ext cx="3572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First of all, we created a bis system with the k=8 and we put it in the discrete state-space block in Simulink for simulating an uncertainty</a:t>
            </a:r>
          </a:p>
        </p:txBody>
      </p:sp>
    </p:spTree>
    <p:extLst>
      <p:ext uri="{BB962C8B-B14F-4D97-AF65-F5344CB8AC3E}">
        <p14:creationId xmlns:p14="http://schemas.microsoft.com/office/powerpoint/2010/main" val="169808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F2F4-7BDB-62C6-532F-2C6C52211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1D4FEFC-115D-8199-3FA9-AED2BB449E81}"/>
              </a:ext>
            </a:extLst>
          </p:cNvPr>
          <p:cNvSpPr txBox="1"/>
          <p:nvPr/>
        </p:nvSpPr>
        <p:spPr>
          <a:xfrm>
            <a:off x="546533" y="256760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 (with model uncertainties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344DC-B0A2-702E-DC15-2B569DC77C3F}"/>
              </a:ext>
            </a:extLst>
          </p:cNvPr>
          <p:cNvSpPr txBox="1"/>
          <p:nvPr/>
        </p:nvSpPr>
        <p:spPr>
          <a:xfrm>
            <a:off x="376412" y="744921"/>
            <a:ext cx="9686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As first attempt, we tried to implement a simulation with the uncertainties on the model in one of the previous cases (input constraints case) and we noticed that the system stabilizes, but not around 1.</a:t>
            </a:r>
          </a:p>
          <a:p>
            <a:endParaRPr lang="en-US" sz="1600" dirty="0"/>
          </a:p>
          <a:p>
            <a:r>
              <a:rPr lang="en-US" sz="1600" noProof="0" dirty="0"/>
              <a:t>In the graph below, </a:t>
            </a:r>
            <a:r>
              <a:rPr lang="en-US" sz="1600" dirty="0"/>
              <a:t>it is depicted a comparison between the outputs with and without uncertainties</a:t>
            </a:r>
            <a:r>
              <a:rPr lang="en-US" sz="1600" noProof="0" dirty="0"/>
              <a:t>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851059-6D60-5FF1-D007-334A6F35B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" y="1881553"/>
            <a:ext cx="4942044" cy="34391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38752F-5CBA-FFEF-E060-CFC30E8DE80A}"/>
              </a:ext>
            </a:extLst>
          </p:cNvPr>
          <p:cNvSpPr txBox="1"/>
          <p:nvPr/>
        </p:nvSpPr>
        <p:spPr>
          <a:xfrm>
            <a:off x="1041991" y="5454503"/>
            <a:ext cx="3072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0" dirty="0">
                <a:solidFill>
                  <a:srgbClr val="0070C0"/>
                </a:solidFill>
              </a:rPr>
              <a:t>Blue</a:t>
            </a:r>
            <a:r>
              <a:rPr lang="en-US" sz="1400" noProof="0" dirty="0"/>
              <a:t>: uncertainties</a:t>
            </a:r>
          </a:p>
          <a:p>
            <a:r>
              <a:rPr lang="en-US" sz="1400" b="1" noProof="0" dirty="0">
                <a:solidFill>
                  <a:srgbClr val="FFC000"/>
                </a:solidFill>
              </a:rPr>
              <a:t>Yellow</a:t>
            </a:r>
            <a:r>
              <a:rPr lang="en-US" sz="1400" noProof="0" dirty="0">
                <a:solidFill>
                  <a:srgbClr val="FFC000"/>
                </a:solidFill>
              </a:rPr>
              <a:t>: </a:t>
            </a:r>
            <a:r>
              <a:rPr lang="en-US" sz="1400" noProof="0" dirty="0"/>
              <a:t>no uncertainties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0FCDA4-C7B7-576B-31EB-5E775145A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40968"/>
            <a:ext cx="5175195" cy="3572950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E5C042BF-A9F5-F7C6-783E-F3584B9DC905}"/>
              </a:ext>
            </a:extLst>
          </p:cNvPr>
          <p:cNvSpPr/>
          <p:nvPr/>
        </p:nvSpPr>
        <p:spPr>
          <a:xfrm>
            <a:off x="4965405" y="3242930"/>
            <a:ext cx="946297" cy="318977"/>
          </a:xfrm>
          <a:prstGeom prst="rightArrow">
            <a:avLst/>
          </a:prstGeom>
          <a:solidFill>
            <a:srgbClr val="A02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63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EB99-223A-F505-1E48-51C58482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157BB1-E2ED-27CE-8CE2-7B5DD722F76F}"/>
              </a:ext>
            </a:extLst>
          </p:cNvPr>
          <p:cNvSpPr txBox="1"/>
          <p:nvPr/>
        </p:nvSpPr>
        <p:spPr>
          <a:xfrm>
            <a:off x="5441950" y="539227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79B66-2B8F-3A0B-367D-ED94AF7B00C2}"/>
              </a:ext>
            </a:extLst>
          </p:cNvPr>
          <p:cNvSpPr txBox="1"/>
          <p:nvPr/>
        </p:nvSpPr>
        <p:spPr>
          <a:xfrm>
            <a:off x="6889826" y="3687359"/>
            <a:ext cx="2477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N=20</a:t>
            </a:r>
          </a:p>
          <a:p>
            <a:r>
              <a:rPr lang="en-GB" b="1" dirty="0" err="1">
                <a:latin typeface="CMR12"/>
              </a:rPr>
              <a:t>R_tilde</a:t>
            </a:r>
            <a:r>
              <a:rPr lang="en-GB" b="1" dirty="0">
                <a:latin typeface="CMR12"/>
              </a:rPr>
              <a:t>= 100* R_LQ </a:t>
            </a:r>
          </a:p>
          <a:p>
            <a:endParaRPr lang="en-GB" b="1" dirty="0"/>
          </a:p>
        </p:txBody>
      </p:sp>
      <p:sp>
        <p:nvSpPr>
          <p:cNvPr id="10" name="CuadroTexto 2">
            <a:extLst>
              <a:ext uri="{FF2B5EF4-FFF2-40B4-BE49-F238E27FC236}">
                <a16:creationId xmlns:a16="http://schemas.microsoft.com/office/drawing/2014/main" id="{07AA74C1-EC09-40AD-B8E9-24EC89F11AA6}"/>
              </a:ext>
            </a:extLst>
          </p:cNvPr>
          <p:cNvSpPr txBox="1"/>
          <p:nvPr/>
        </p:nvSpPr>
        <p:spPr>
          <a:xfrm>
            <a:off x="259128" y="95393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</a:t>
            </a:r>
            <a:r>
              <a:rPr lang="en-US" b="1" dirty="0">
                <a:solidFill>
                  <a:srgbClr val="C00000"/>
                </a:solidFill>
              </a:rPr>
              <a:t> (with model uncertainties )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01AB9-B89D-2096-E376-0634C3BFEA95}"/>
              </a:ext>
            </a:extLst>
          </p:cNvPr>
          <p:cNvSpPr txBox="1"/>
          <p:nvPr/>
        </p:nvSpPr>
        <p:spPr>
          <a:xfrm>
            <a:off x="259128" y="539855"/>
            <a:ext cx="90337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baseline="0" dirty="0"/>
              <a:t>What happens if the input is penalised more?</a:t>
            </a:r>
          </a:p>
          <a:p>
            <a:pPr algn="l"/>
            <a:endParaRPr lang="en-GB" b="1" dirty="0"/>
          </a:p>
          <a:p>
            <a:pPr algn="l"/>
            <a:r>
              <a:rPr lang="en-GB" sz="1600" dirty="0"/>
              <a:t>Increasing R_LQ, we can notice that the error on the steady-state increases. </a:t>
            </a:r>
          </a:p>
          <a:p>
            <a:pPr algn="l"/>
            <a:endParaRPr lang="en-GB" sz="1600" b="1" i="0" u="none" strike="noStrike" baseline="0" dirty="0">
              <a:solidFill>
                <a:srgbClr val="C00000"/>
              </a:solidFill>
            </a:endParaRPr>
          </a:p>
          <a:p>
            <a:pPr algn="l"/>
            <a:r>
              <a:rPr lang="en-GB" sz="1600" b="1" i="0" u="none" strike="noStrike" baseline="0" dirty="0">
                <a:solidFill>
                  <a:srgbClr val="C00000"/>
                </a:solidFill>
              </a:rPr>
              <a:t>Remark: </a:t>
            </a:r>
            <a:r>
              <a:rPr lang="en-GB" sz="1600" i="0" u="none" strike="noStrike" baseline="0" dirty="0"/>
              <a:t>we </a:t>
            </a:r>
            <a:r>
              <a:rPr lang="en-GB" sz="1600" dirty="0"/>
              <a:t>applied the same </a:t>
            </a:r>
            <a:r>
              <a:rPr lang="en-GB" sz="1600" dirty="0" err="1"/>
              <a:t>R_tilde</a:t>
            </a:r>
            <a:r>
              <a:rPr lang="en-GB" sz="1600" dirty="0"/>
              <a:t> on both the cases in the graph</a:t>
            </a:r>
            <a:endParaRPr lang="en-GB" sz="1600" i="0" u="none" strike="noStrike" baseline="0" dirty="0"/>
          </a:p>
          <a:p>
            <a:pPr algn="l"/>
            <a:endParaRPr lang="en-GB" sz="1800" b="1" i="0" u="none" strike="noStrike" baseline="0" dirty="0">
              <a:latin typeface="CMR1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1E728-D417-C02F-16D2-923F568D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56" y="1958341"/>
            <a:ext cx="5684472" cy="391884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C279C-05FB-C689-6841-2F4EB1DEEB98}"/>
              </a:ext>
            </a:extLst>
          </p:cNvPr>
          <p:cNvCxnSpPr/>
          <p:nvPr/>
        </p:nvCxnSpPr>
        <p:spPr>
          <a:xfrm>
            <a:off x="5441950" y="4337050"/>
            <a:ext cx="0" cy="273639"/>
          </a:xfrm>
          <a:prstGeom prst="straightConnector1">
            <a:avLst/>
          </a:prstGeom>
          <a:ln w="28575">
            <a:solidFill>
              <a:srgbClr val="A02C4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825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77D8-6FA1-9E1C-2D18-00A2F10F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222AE56-882F-6A71-2816-30A31B6CD7D0}"/>
              </a:ext>
            </a:extLst>
          </p:cNvPr>
          <p:cNvSpPr txBox="1"/>
          <p:nvPr/>
        </p:nvSpPr>
        <p:spPr>
          <a:xfrm>
            <a:off x="620961" y="373718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 (with model uncertainties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C223F-8D38-C193-5CA0-6F8DC94F4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5" b="1646"/>
          <a:stretch>
            <a:fillRect/>
          </a:stretch>
        </p:blipFill>
        <p:spPr>
          <a:xfrm>
            <a:off x="3977794" y="980372"/>
            <a:ext cx="6825894" cy="330040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ED8556-609F-8DF0-9D66-A95E081F19D0}"/>
              </a:ext>
            </a:extLst>
          </p:cNvPr>
          <p:cNvCxnSpPr>
            <a:cxnSpLocks/>
          </p:cNvCxnSpPr>
          <p:nvPr/>
        </p:nvCxnSpPr>
        <p:spPr>
          <a:xfrm>
            <a:off x="3977794" y="1907935"/>
            <a:ext cx="1529871" cy="7615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93B62F6-2192-5E5E-56FB-047F72506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99" y="3592004"/>
            <a:ext cx="2348254" cy="21626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7AF05F-EFEF-F315-C0DA-70E0F0A3E63F}"/>
              </a:ext>
            </a:extLst>
          </p:cNvPr>
          <p:cNvSpPr txBox="1"/>
          <p:nvPr/>
        </p:nvSpPr>
        <p:spPr>
          <a:xfrm>
            <a:off x="521509" y="1684112"/>
            <a:ext cx="3578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the MPC function the spring constant is k=10, as defined in the data</a:t>
            </a:r>
            <a:r>
              <a:rPr lang="en-US" sz="1200" noProof="0" dirty="0"/>
              <a:t>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903660-CB04-BD75-2738-47CB0705D1AC}"/>
              </a:ext>
            </a:extLst>
          </p:cNvPr>
          <p:cNvCxnSpPr>
            <a:cxnSpLocks/>
          </p:cNvCxnSpPr>
          <p:nvPr/>
        </p:nvCxnSpPr>
        <p:spPr>
          <a:xfrm flipH="1" flipV="1">
            <a:off x="2523502" y="5050341"/>
            <a:ext cx="825093" cy="38685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DB8C31-E708-2F9C-E807-988BDB276B34}"/>
              </a:ext>
            </a:extLst>
          </p:cNvPr>
          <p:cNvSpPr txBox="1"/>
          <p:nvPr/>
        </p:nvSpPr>
        <p:spPr>
          <a:xfrm>
            <a:off x="3574580" y="5237088"/>
            <a:ext cx="4827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Construction of new matrices </a:t>
            </a:r>
            <a:r>
              <a:rPr lang="en-US" sz="1400" noProof="0" dirty="0" err="1"/>
              <a:t>A_tilde</a:t>
            </a:r>
            <a:r>
              <a:rPr lang="en-US" sz="1400" noProof="0" dirty="0"/>
              <a:t> and </a:t>
            </a:r>
            <a:r>
              <a:rPr lang="en-US" sz="1400" noProof="0" dirty="0" err="1"/>
              <a:t>B_tilde</a:t>
            </a:r>
            <a:r>
              <a:rPr lang="en-US" sz="1400" dirty="0"/>
              <a:t> to implement a new </a:t>
            </a:r>
            <a:r>
              <a:rPr lang="en-US" sz="1400" dirty="0" err="1"/>
              <a:t>mympc_velocityform</a:t>
            </a:r>
            <a:r>
              <a:rPr lang="en-US" sz="1400" dirty="0"/>
              <a:t> function with </a:t>
            </a:r>
            <a:r>
              <a:rPr lang="en-US" sz="1400" b="1" dirty="0"/>
              <a:t>only input constrains</a:t>
            </a:r>
            <a:endParaRPr lang="en-US" sz="1400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21B8D-5E21-5B9C-628E-C5BCE7581EBB}"/>
              </a:ext>
            </a:extLst>
          </p:cNvPr>
          <p:cNvSpPr txBox="1"/>
          <p:nvPr/>
        </p:nvSpPr>
        <p:spPr>
          <a:xfrm>
            <a:off x="4343785" y="1036539"/>
            <a:ext cx="1990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b="1" dirty="0"/>
              <a:t>Δ</a:t>
            </a:r>
            <a:r>
              <a:rPr lang="en-GB" sz="1600" b="1" dirty="0"/>
              <a:t>x(k)=x(k)−x(k−1</a:t>
            </a:r>
            <a:r>
              <a:rPr lang="en-GB" b="1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95F834-3A84-1990-81BC-B2919D130076}"/>
              </a:ext>
            </a:extLst>
          </p:cNvPr>
          <p:cNvCxnSpPr>
            <a:cxnSpLocks/>
          </p:cNvCxnSpPr>
          <p:nvPr/>
        </p:nvCxnSpPr>
        <p:spPr>
          <a:xfrm>
            <a:off x="5889171" y="1405871"/>
            <a:ext cx="1055915" cy="2782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637BD7-5D2E-52D1-E6E5-C7B17B37C426}"/>
              </a:ext>
            </a:extLst>
          </p:cNvPr>
          <p:cNvSpPr txBox="1"/>
          <p:nvPr/>
        </p:nvSpPr>
        <p:spPr>
          <a:xfrm>
            <a:off x="8924644" y="3592004"/>
            <a:ext cx="2488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u(k)=u(k−1)+Δu(k)</a:t>
            </a:r>
            <a:endParaRPr lang="en-GB" sz="16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CE4BE1-0FED-99B0-2BCD-1C27765F7263}"/>
              </a:ext>
            </a:extLst>
          </p:cNvPr>
          <p:cNvCxnSpPr>
            <a:cxnSpLocks/>
          </p:cNvCxnSpPr>
          <p:nvPr/>
        </p:nvCxnSpPr>
        <p:spPr>
          <a:xfrm flipH="1" flipV="1">
            <a:off x="7683003" y="2956439"/>
            <a:ext cx="1241641" cy="5487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close-up of a paper&#10;&#10;AI-generated content may be incorrect.">
            <a:extLst>
              <a:ext uri="{FF2B5EF4-FFF2-40B4-BE49-F238E27FC236}">
                <a16:creationId xmlns:a16="http://schemas.microsoft.com/office/drawing/2014/main" id="{AB3E7B45-3E69-43DD-826A-7D145C5D8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45" t="-3121" r="44753" b="1"/>
          <a:stretch>
            <a:fillRect/>
          </a:stretch>
        </p:blipFill>
        <p:spPr>
          <a:xfrm rot="5400000">
            <a:off x="5842650" y="2722355"/>
            <a:ext cx="506699" cy="4353075"/>
          </a:xfrm>
          <a:prstGeom prst="rect">
            <a:avLst/>
          </a:prstGeom>
          <a:ln w="12700">
            <a:solidFill>
              <a:srgbClr val="A02C42"/>
            </a:solidFill>
          </a:ln>
        </p:spPr>
      </p:pic>
    </p:spTree>
    <p:extLst>
      <p:ext uri="{BB962C8B-B14F-4D97-AF65-F5344CB8AC3E}">
        <p14:creationId xmlns:p14="http://schemas.microsoft.com/office/powerpoint/2010/main" val="3242080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DF9E-DF6B-910B-AB9F-9366B73A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9DAEBC-73DD-26C0-C4AF-3C572153F186}"/>
              </a:ext>
            </a:extLst>
          </p:cNvPr>
          <p:cNvSpPr txBox="1"/>
          <p:nvPr/>
        </p:nvSpPr>
        <p:spPr>
          <a:xfrm>
            <a:off x="5717659" y="558105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D6B6E-CED0-05D8-4E9F-BA048F7EFA9E}"/>
              </a:ext>
            </a:extLst>
          </p:cNvPr>
          <p:cNvSpPr txBox="1"/>
          <p:nvPr/>
        </p:nvSpPr>
        <p:spPr>
          <a:xfrm>
            <a:off x="3583172" y="2447439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/>
              <a:t> states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15272-9E65-A795-6487-03D246DAEC2E}"/>
              </a:ext>
            </a:extLst>
          </p:cNvPr>
          <p:cNvSpPr txBox="1"/>
          <p:nvPr/>
        </p:nvSpPr>
        <p:spPr>
          <a:xfrm>
            <a:off x="8750523" y="1245088"/>
            <a:ext cx="177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Tsim</a:t>
            </a:r>
            <a:r>
              <a:rPr lang="it-IT" b="1" dirty="0"/>
              <a:t>=100 s</a:t>
            </a:r>
          </a:p>
          <a:p>
            <a:r>
              <a:rPr lang="it-IT" b="1" dirty="0"/>
              <a:t>N=5</a:t>
            </a:r>
            <a:endParaRPr lang="en-GB" b="1" dirty="0"/>
          </a:p>
        </p:txBody>
      </p:sp>
      <p:sp>
        <p:nvSpPr>
          <p:cNvPr id="10" name="CuadroTexto 2">
            <a:extLst>
              <a:ext uri="{FF2B5EF4-FFF2-40B4-BE49-F238E27FC236}">
                <a16:creationId xmlns:a16="http://schemas.microsoft.com/office/drawing/2014/main" id="{45D15AC0-7991-FBBD-7CE2-F1108D078C67}"/>
              </a:ext>
            </a:extLst>
          </p:cNvPr>
          <p:cNvSpPr txBox="1"/>
          <p:nvPr/>
        </p:nvSpPr>
        <p:spPr>
          <a:xfrm>
            <a:off x="259128" y="95393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</a:t>
            </a:r>
            <a:r>
              <a:rPr lang="en-US" b="1" dirty="0">
                <a:solidFill>
                  <a:srgbClr val="C00000"/>
                </a:solidFill>
              </a:rPr>
              <a:t> (with model uncertainties )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02761F-ADA1-0DA9-A60E-9D0D99C6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831" t="6289" r="-431" b="31218"/>
          <a:stretch>
            <a:fillRect/>
          </a:stretch>
        </p:blipFill>
        <p:spPr>
          <a:xfrm>
            <a:off x="8394406" y="3062342"/>
            <a:ext cx="2488018" cy="17967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C8B681-FE7E-81E8-267D-4DD21E16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28" y="2978192"/>
            <a:ext cx="6458609" cy="296336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C2DB3-C6B7-E8F0-26DA-2733687A4BD3}"/>
              </a:ext>
            </a:extLst>
          </p:cNvPr>
          <p:cNvCxnSpPr>
            <a:cxnSpLocks/>
          </p:cNvCxnSpPr>
          <p:nvPr/>
        </p:nvCxnSpPr>
        <p:spPr>
          <a:xfrm flipV="1">
            <a:off x="6581553" y="3838353"/>
            <a:ext cx="3274828" cy="914400"/>
          </a:xfrm>
          <a:prstGeom prst="straightConnector1">
            <a:avLst/>
          </a:prstGeom>
          <a:ln w="28575">
            <a:solidFill>
              <a:srgbClr val="A02C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0376EBB5-CBA5-C3F0-8113-0D9DCE8FC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55" y="548145"/>
            <a:ext cx="4397932" cy="223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84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4B50-2D76-9EBA-967A-CC10C52A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7BE2A9-21DC-489D-B60B-B67901FD0DE9}"/>
              </a:ext>
            </a:extLst>
          </p:cNvPr>
          <p:cNvSpPr txBox="1"/>
          <p:nvPr/>
        </p:nvSpPr>
        <p:spPr>
          <a:xfrm>
            <a:off x="6661226" y="5434805"/>
            <a:ext cx="373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Output scope</a:t>
            </a:r>
            <a:endParaRPr lang="en-US" sz="1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8AA23-4BAE-BA6C-7673-148B82FD8BCF}"/>
              </a:ext>
            </a:extLst>
          </p:cNvPr>
          <p:cNvSpPr txBox="1"/>
          <p:nvPr/>
        </p:nvSpPr>
        <p:spPr>
          <a:xfrm>
            <a:off x="8442179" y="3763559"/>
            <a:ext cx="2477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Tsim</a:t>
            </a:r>
            <a:r>
              <a:rPr lang="it-IT" b="1" dirty="0"/>
              <a:t>=200 s</a:t>
            </a:r>
          </a:p>
          <a:p>
            <a:r>
              <a:rPr lang="it-IT" b="1" dirty="0"/>
              <a:t>N=5</a:t>
            </a:r>
          </a:p>
          <a:p>
            <a:r>
              <a:rPr lang="en-GB" b="1" dirty="0" err="1">
                <a:latin typeface="CMR12"/>
              </a:rPr>
              <a:t>R_tilde</a:t>
            </a:r>
            <a:r>
              <a:rPr lang="en-GB" b="1" dirty="0">
                <a:latin typeface="CMR12"/>
              </a:rPr>
              <a:t>= 5* R_LQ </a:t>
            </a:r>
          </a:p>
          <a:p>
            <a:endParaRPr lang="en-GB" b="1" dirty="0"/>
          </a:p>
        </p:txBody>
      </p:sp>
      <p:sp>
        <p:nvSpPr>
          <p:cNvPr id="10" name="CuadroTexto 2">
            <a:extLst>
              <a:ext uri="{FF2B5EF4-FFF2-40B4-BE49-F238E27FC236}">
                <a16:creationId xmlns:a16="http://schemas.microsoft.com/office/drawing/2014/main" id="{B3365101-C438-31C9-A044-C3C02DA7FD63}"/>
              </a:ext>
            </a:extLst>
          </p:cNvPr>
          <p:cNvSpPr txBox="1"/>
          <p:nvPr/>
        </p:nvSpPr>
        <p:spPr>
          <a:xfrm>
            <a:off x="259128" y="95393"/>
            <a:ext cx="852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7. Velocity form MPC</a:t>
            </a:r>
            <a:r>
              <a:rPr lang="en-US" b="1" dirty="0">
                <a:solidFill>
                  <a:srgbClr val="C00000"/>
                </a:solidFill>
              </a:rPr>
              <a:t> (with model uncertainties )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8CC09-DD10-7D90-F6F4-E7B7D4A3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8" y="2313005"/>
            <a:ext cx="7332876" cy="3373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5847E3-01DE-8AB0-CC49-A7C92332B914}"/>
              </a:ext>
            </a:extLst>
          </p:cNvPr>
          <p:cNvSpPr txBox="1"/>
          <p:nvPr/>
        </p:nvSpPr>
        <p:spPr>
          <a:xfrm>
            <a:off x="259128" y="743788"/>
            <a:ext cx="90337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baseline="0" dirty="0"/>
              <a:t>What happens if the input is penalised more?</a:t>
            </a:r>
          </a:p>
          <a:p>
            <a:pPr algn="l"/>
            <a:endParaRPr lang="en-GB" b="1" dirty="0"/>
          </a:p>
          <a:p>
            <a:pPr algn="l"/>
            <a:r>
              <a:rPr lang="en-GB" sz="1800" i="0" u="none" strike="noStrike" baseline="0" dirty="0"/>
              <a:t>Since we are pe</a:t>
            </a:r>
            <a:r>
              <a:rPr lang="en-GB" dirty="0"/>
              <a:t>nalizing an input signal based on an inaccurate model, the system takes longer to stabilize, but it reaches a zero error (it stabilizes at 1 as desired)</a:t>
            </a:r>
            <a:endParaRPr lang="en-GB" sz="1800" i="0" u="none" strike="noStrike" baseline="0" dirty="0"/>
          </a:p>
          <a:p>
            <a:pPr algn="l"/>
            <a:endParaRPr lang="en-GB" sz="1800" b="1" i="0" u="none" strike="noStrike" baseline="0" dirty="0">
              <a:latin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372771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991E51-ACDA-4901-5086-7360966E24BA}"/>
              </a:ext>
            </a:extLst>
          </p:cNvPr>
          <p:cNvSpPr/>
          <p:nvPr/>
        </p:nvSpPr>
        <p:spPr>
          <a:xfrm>
            <a:off x="3214577" y="1451919"/>
            <a:ext cx="5762846" cy="1711842"/>
          </a:xfrm>
          <a:prstGeom prst="rect">
            <a:avLst/>
          </a:prstGeom>
          <a:solidFill>
            <a:srgbClr val="A02C4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033A4-D1A8-ACFC-A901-DA1C08969C17}"/>
              </a:ext>
            </a:extLst>
          </p:cNvPr>
          <p:cNvSpPr txBox="1"/>
          <p:nvPr/>
        </p:nvSpPr>
        <p:spPr>
          <a:xfrm>
            <a:off x="4368210" y="1707675"/>
            <a:ext cx="34555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THANKS FOR THE ATTENTION</a:t>
            </a:r>
          </a:p>
        </p:txBody>
      </p:sp>
    </p:spTree>
    <p:extLst>
      <p:ext uri="{BB962C8B-B14F-4D97-AF65-F5344CB8AC3E}">
        <p14:creationId xmlns:p14="http://schemas.microsoft.com/office/powerpoint/2010/main" val="2754497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22c41-9bdf-4bbf-86cc-51bb812c0d48}" enabled="0" method="" siteId="{a0822c41-9bdf-4bbf-86cc-51bb812c0d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15403</TotalTime>
  <Words>1060</Words>
  <Application>Microsoft Office PowerPoint</Application>
  <PresentationFormat>Widescreen</PresentationFormat>
  <Paragraphs>137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CMR12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Alberto Zannetti</dc:creator>
  <cp:lastModifiedBy>FAIOLA DAVIDE</cp:lastModifiedBy>
  <cp:revision>176</cp:revision>
  <dcterms:created xsi:type="dcterms:W3CDTF">2018-06-26T10:19:55Z</dcterms:created>
  <dcterms:modified xsi:type="dcterms:W3CDTF">2025-07-04T07:26:00Z</dcterms:modified>
</cp:coreProperties>
</file>